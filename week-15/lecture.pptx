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b0aba0e5cb420a" /><Relationship Type="http://schemas.openxmlformats.org/officeDocument/2006/relationships/extended-properties" Target="/docProps/app.xml" Id="R390e758615e34323" /><Relationship Type="http://schemas.openxmlformats.org/officeDocument/2006/relationships/officeDocument" Target="/ppt/presentation.xml" Id="Rc681c64965ff43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05041c93df44bc"/>
  </p:sldMasterIdLst>
  <p:notesMasterIdLst>
    <p:notesMasterId xmlns:r="http://schemas.openxmlformats.org/officeDocument/2006/relationships" r:id="R688d10987e4c4d95"/>
  </p:notesMasterIdLst>
  <p:sldIdLst>
    <p:sldId xmlns:r="http://schemas.openxmlformats.org/officeDocument/2006/relationships" id="256" r:id="R461d351306974ecd"/>
    <p:sldId xmlns:r="http://schemas.openxmlformats.org/officeDocument/2006/relationships" id="257" r:id="R22bbea9ada7f4c07"/>
    <p:sldId xmlns:r="http://schemas.openxmlformats.org/officeDocument/2006/relationships" id="258" r:id="R1193bbb35aeb4f74"/>
    <p:sldId xmlns:r="http://schemas.openxmlformats.org/officeDocument/2006/relationships" id="259" r:id="R5f1fa6fb2cf54510"/>
    <p:sldId xmlns:r="http://schemas.openxmlformats.org/officeDocument/2006/relationships" id="260" r:id="R2d0e697509244443"/>
    <p:sldId xmlns:r="http://schemas.openxmlformats.org/officeDocument/2006/relationships" id="261" r:id="Raab2d1c48491479f"/>
    <p:sldId xmlns:r="http://schemas.openxmlformats.org/officeDocument/2006/relationships" id="262" r:id="R90969892f23b403c"/>
    <p:sldId xmlns:r="http://schemas.openxmlformats.org/officeDocument/2006/relationships" id="263" r:id="R4f3b3917c2884140"/>
    <p:sldId xmlns:r="http://schemas.openxmlformats.org/officeDocument/2006/relationships" id="264" r:id="Re2b78127013746f9"/>
    <p:sldId xmlns:r="http://schemas.openxmlformats.org/officeDocument/2006/relationships" id="265" r:id="Re4a2843cc8794c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d3d16fe6104bb6" /><Relationship Type="http://schemas.openxmlformats.org/officeDocument/2006/relationships/slideMaster" Target="/ppt/slideMasters/slideMaster1.xml" Id="Rf105041c93df44bc" /><Relationship Type="http://schemas.openxmlformats.org/officeDocument/2006/relationships/notesMaster" Target="/ppt/notesMasters/notesMaster1.xml" Id="R688d10987e4c4d95" /><Relationship Type="http://schemas.openxmlformats.org/officeDocument/2006/relationships/presProps" Target="/ppt/presProps.xml" Id="Rd324705f7af844d2" /><Relationship Type="http://schemas.openxmlformats.org/officeDocument/2006/relationships/viewProps" Target="/ppt/viewProps.xml" Id="Rb8208bbdbc8f4fd1" /><Relationship Type="http://schemas.openxmlformats.org/officeDocument/2006/relationships/tableStyles" Target="/ppt/tableStyles.xml" Id="R2250748664b448fd" /><Relationship Type="http://schemas.openxmlformats.org/officeDocument/2006/relationships/slide" Target="/ppt/slides/slide1.xml" Id="R461d351306974ecd" /><Relationship Type="http://schemas.openxmlformats.org/officeDocument/2006/relationships/slide" Target="/ppt/slides/slide2.xml" Id="R22bbea9ada7f4c07" /><Relationship Type="http://schemas.openxmlformats.org/officeDocument/2006/relationships/slide" Target="/ppt/slides/slide3.xml" Id="R1193bbb35aeb4f74" /><Relationship Type="http://schemas.openxmlformats.org/officeDocument/2006/relationships/slide" Target="/ppt/slides/slide4.xml" Id="R5f1fa6fb2cf54510" /><Relationship Type="http://schemas.openxmlformats.org/officeDocument/2006/relationships/slide" Target="/ppt/slides/slide5.xml" Id="R2d0e697509244443" /><Relationship Type="http://schemas.openxmlformats.org/officeDocument/2006/relationships/slide" Target="/ppt/slides/slide6.xml" Id="Raab2d1c48491479f" /><Relationship Type="http://schemas.openxmlformats.org/officeDocument/2006/relationships/slide" Target="/ppt/slides/slide7.xml" Id="R90969892f23b403c" /><Relationship Type="http://schemas.openxmlformats.org/officeDocument/2006/relationships/slide" Target="/ppt/slides/slide8.xml" Id="R4f3b3917c2884140" /><Relationship Type="http://schemas.openxmlformats.org/officeDocument/2006/relationships/slide" Target="/ppt/slides/slide9.xml" Id="Re2b78127013746f9" /><Relationship Type="http://schemas.openxmlformats.org/officeDocument/2006/relationships/slide" Target="/ppt/slides/slide10.xml" Id="Re4a2843cc8794c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2b70b325dc4f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be78bb694d4d73" /><Relationship Type="http://schemas.openxmlformats.org/officeDocument/2006/relationships/notesMaster" Target="/ppt/notesMasters/notesMaster1.xml" Id="Rd51ecc23496b4d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5631460b634369" /><Relationship Type="http://schemas.openxmlformats.org/officeDocument/2006/relationships/notesMaster" Target="/ppt/notesMasters/notesMaster1.xml" Id="R928f01b7c1314e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e05e03b1494ed4" /><Relationship Type="http://schemas.openxmlformats.org/officeDocument/2006/relationships/notesMaster" Target="/ppt/notesMasters/notesMaster1.xml" Id="R72f321b03b3b4a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ef8e81814b488b" /><Relationship Type="http://schemas.openxmlformats.org/officeDocument/2006/relationships/notesMaster" Target="/ppt/notesMasters/notesMaster1.xml" Id="Re09e1f1889e841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19c1ef729f4c02" /><Relationship Type="http://schemas.openxmlformats.org/officeDocument/2006/relationships/notesMaster" Target="/ppt/notesMasters/notesMaster1.xml" Id="R1500e0e6b5f242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658ad795244e13" /><Relationship Type="http://schemas.openxmlformats.org/officeDocument/2006/relationships/notesMaster" Target="/ppt/notesMasters/notesMaster1.xml" Id="Rcb1caa4da2e04c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ef445e28db47ae" /><Relationship Type="http://schemas.openxmlformats.org/officeDocument/2006/relationships/notesMaster" Target="/ppt/notesMasters/notesMaster1.xml" Id="Rb03cc7f4e6e647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931f8223f4473f" /><Relationship Type="http://schemas.openxmlformats.org/officeDocument/2006/relationships/notesMaster" Target="/ppt/notesMasters/notesMaster1.xml" Id="R57146cb294e84a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3c770557e54ba4" /><Relationship Type="http://schemas.openxmlformats.org/officeDocument/2006/relationships/notesMaster" Target="/ppt/notesMasters/notesMaster1.xml" Id="R70e018b928364d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8f81759fec4f29" /><Relationship Type="http://schemas.openxmlformats.org/officeDocument/2006/relationships/notesMaster" Target="/ppt/notesMasters/notesMaster1.xml" Id="R0ffe60bef9884a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37c7a3c504f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84f6ef2f246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75ff528a141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99c30ec32347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5b6797ee943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5a7b2f4664c1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339e26f454c48" /><Relationship Type="http://schemas.openxmlformats.org/officeDocument/2006/relationships/image" Target="/ppt/media/image.emf" Id="Ra807ee50bd6d4fb3" /><Relationship Type="http://schemas.openxmlformats.org/officeDocument/2006/relationships/image" Target="/ppt/media/image2.emf" Id="Rea82be306513433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73bfcc929465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2912199de4e4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BB5779-FEF4-4641-A1C3-350818A2271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25FD5B1-052E-4A4A-9307-D27BE5B437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8F8762-C5F0-404F-B880-5DB3C04A5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1088EC-4E75-474A-A766-50C7DAB638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8EE8FD-2087-412B-9193-50F7A387B2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7160F1-25BE-46C1-9316-816DAACC2E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903BAA-5EBD-4A46-B535-2277092D41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234B6A-0ED2-48B8-92FB-8B474C7000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4254E5D-2AFD-42AE-9B83-52EE4384A2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6CD933-C4EF-444B-A124-3BF35525A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DA7A065-2F23-4224-BBFA-0B786577B6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25FBF8A-1311-41F9-8013-8E0017A4879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5F2F84C-B848-476F-ABA5-562E5276D32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6DB0A9A-88C9-45A1-A864-371D534ECCC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8FE50-1C0E-4C28-9D0B-E2910387FE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A4C874-1EE9-4586-BC67-F10BCA3D7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97EE29-CDF2-4F76-9B95-F681FA79E6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9A31E6C-36F1-4849-9628-2092186338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B09DA44-1CDC-4D11-A3B6-A4E9FC0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4DDE96D2-CC7D-4C20-9162-9A974E4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7ee50bd6d4f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2be30651343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019BD52-47AC-477A-8886-C7048BC8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0677B228-5052-40B8-A700-E9F8BAA7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7ee50bd6d4f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2be30651343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482E18-1435-49DA-ABD6-8C3CFF4A0F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D80E0C1-3FDC-42E0-BD0C-99BD1C34DAC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E8D69CC-CB28-4F77-91E0-88254C6EDA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2970e956cb0e4934" /><Relationship Type="http://schemas.openxmlformats.org/officeDocument/2006/relationships/image" Target="/ppt/media/image2.emf" Id="R73037f9fab5e4c98" /><Relationship Type="http://schemas.openxmlformats.org/officeDocument/2006/relationships/theme" Target="/ppt/slideMasters/theme/theme2.xml" Id="R9832e62391454f29" /><Relationship Type="http://schemas.openxmlformats.org/officeDocument/2006/relationships/slideLayout" Target="/ppt/slideLayouts/slideLayout1.xml" Id="R9941d52140784894" /><Relationship Type="http://schemas.openxmlformats.org/officeDocument/2006/relationships/slideLayout" Target="/ppt/slideLayouts/slideLayout2.xml" Id="Ra441618371044e60" /><Relationship Type="http://schemas.openxmlformats.org/officeDocument/2006/relationships/slideLayout" Target="/ppt/slideLayouts/slideLayout3.xml" Id="Ra179fc43d9c64a7a" /><Relationship Type="http://schemas.openxmlformats.org/officeDocument/2006/relationships/slideLayout" Target="/ppt/slideLayouts/slideLayout4.xml" Id="R6e8a32fff74c4930" /><Relationship Type="http://schemas.openxmlformats.org/officeDocument/2006/relationships/slideLayout" Target="/ppt/slideLayouts/slideLayout5.xml" Id="Rfeac2b657acf48b5" /><Relationship Type="http://schemas.openxmlformats.org/officeDocument/2006/relationships/slideLayout" Target="/ppt/slideLayouts/slideLayout6.xml" Id="R37c235922bb14994" /><Relationship Type="http://schemas.openxmlformats.org/officeDocument/2006/relationships/slideLayout" Target="/ppt/slideLayouts/slideLayout7.xml" Id="R7514d11e2f644ba9" /><Relationship Type="http://schemas.openxmlformats.org/officeDocument/2006/relationships/slideLayout" Target="/ppt/slideLayouts/slideLayout8.xml" Id="Ra6bea49ba25b4326" /><Relationship Type="http://schemas.openxmlformats.org/officeDocument/2006/relationships/slideLayout" Target="/ppt/slideLayouts/slideLayout9.xml" Id="Raabf199f07d54478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3B8B93C-6E49-4CEC-A5AA-D3093AECC9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AA22E4-EF8F-4DE3-B614-B9C5D8A230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1BD2F69-A04D-4B76-BF4E-6A52CAD4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AE132633-0269-487C-A98E-EBD6E34E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0e956cb0e4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37f9fab5e4c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DF1CEBC-4DE2-4E30-AB41-05BEB21A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4BCC3971-90E4-4300-BF50-4F1C29A6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0e956cb0e4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37f9fab5e4c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41d52140784894"/>
    <p:sldLayoutId xmlns:r="http://schemas.openxmlformats.org/officeDocument/2006/relationships" id="2147483650" r:id="Ra441618371044e60"/>
    <p:sldLayoutId xmlns:r="http://schemas.openxmlformats.org/officeDocument/2006/relationships" id="2147483651" r:id="Ra179fc43d9c64a7a"/>
    <p:sldLayoutId xmlns:r="http://schemas.openxmlformats.org/officeDocument/2006/relationships" id="2147483652" r:id="R6e8a32fff74c4930"/>
    <p:sldLayoutId xmlns:r="http://schemas.openxmlformats.org/officeDocument/2006/relationships" id="2147483653" r:id="Rfeac2b657acf48b5"/>
    <p:sldLayoutId xmlns:r="http://schemas.openxmlformats.org/officeDocument/2006/relationships" id="2147483654" r:id="R37c235922bb14994"/>
    <p:sldLayoutId xmlns:r="http://schemas.openxmlformats.org/officeDocument/2006/relationships" id="2147483655" r:id="R7514d11e2f644ba9"/>
    <p:sldLayoutId xmlns:r="http://schemas.openxmlformats.org/officeDocument/2006/relationships" id="2147483656" r:id="Ra6bea49ba25b4326"/>
    <p:sldLayoutId xmlns:r="http://schemas.openxmlformats.org/officeDocument/2006/relationships" id="2147483657" r:id="Raabf199f07d54478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df6c7dc2841dc" /><Relationship Type="http://schemas.openxmlformats.org/officeDocument/2006/relationships/notesSlide" Target="/ppt/notesSlides/notesSlide1.xml" Id="Ra1d4af857f414f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4c2ec22cb74428" /><Relationship Type="http://schemas.openxmlformats.org/officeDocument/2006/relationships/image" Target="/ppt/media/image.emf" Id="R3f0afcba4fbc4eb7" /><Relationship Type="http://schemas.openxmlformats.org/officeDocument/2006/relationships/image" Target="/ppt/media/image2.emf" Id="R4f308fe0b2cc48f4" /><Relationship Type="http://schemas.openxmlformats.org/officeDocument/2006/relationships/notesSlide" Target="/ppt/notesSlides/notesSlide2.xml" Id="Rca3ee513e93040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0092d8a4224e8a" /><Relationship Type="http://schemas.openxmlformats.org/officeDocument/2006/relationships/image" Target="/ppt/media/image.emf" Id="R4101b2c544424ef5" /><Relationship Type="http://schemas.openxmlformats.org/officeDocument/2006/relationships/image" Target="/ppt/media/image2.emf" Id="Rb91c9d305e9c434f" /><Relationship Type="http://schemas.openxmlformats.org/officeDocument/2006/relationships/notesSlide" Target="/ppt/notesSlides/notesSlide3.xml" Id="Rdb476b0fc64441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adea180a634f29" /><Relationship Type="http://schemas.openxmlformats.org/officeDocument/2006/relationships/image" Target="/ppt/media/image.emf" Id="Refd4b7ea14fe490c" /><Relationship Type="http://schemas.openxmlformats.org/officeDocument/2006/relationships/image" Target="/ppt/media/image2.emf" Id="R1bed20954107416c" /><Relationship Type="http://schemas.openxmlformats.org/officeDocument/2006/relationships/notesSlide" Target="/ppt/notesSlides/notesSlide4.xml" Id="R210063d17f674a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2bb88e44f44c34" /><Relationship Type="http://schemas.openxmlformats.org/officeDocument/2006/relationships/image" Target="/ppt/media/image.emf" Id="Ra1a0a600158f42f7" /><Relationship Type="http://schemas.openxmlformats.org/officeDocument/2006/relationships/image" Target="/ppt/media/image2.emf" Id="Re9508897f35f4a67" /><Relationship Type="http://schemas.openxmlformats.org/officeDocument/2006/relationships/notesSlide" Target="/ppt/notesSlides/notesSlide5.xml" Id="R13b1bfa2d84a45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2577c80fbd4e6a" /><Relationship Type="http://schemas.openxmlformats.org/officeDocument/2006/relationships/image" Target="/ppt/media/image.emf" Id="R36846a8ec4754f05" /><Relationship Type="http://schemas.openxmlformats.org/officeDocument/2006/relationships/image" Target="/ppt/media/image2.emf" Id="Rf5508bd186ec40b5" /><Relationship Type="http://schemas.openxmlformats.org/officeDocument/2006/relationships/notesSlide" Target="/ppt/notesSlides/notesSlide6.xml" Id="R46759564557546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2249e6a7cc4dae" /><Relationship Type="http://schemas.openxmlformats.org/officeDocument/2006/relationships/image" Target="/ppt/media/image.emf" Id="Rcf4a183313a747a8" /><Relationship Type="http://schemas.openxmlformats.org/officeDocument/2006/relationships/image" Target="/ppt/media/image2.emf" Id="R1eb483f894cd4cde" /><Relationship Type="http://schemas.openxmlformats.org/officeDocument/2006/relationships/notesSlide" Target="/ppt/notesSlides/notesSlide7.xml" Id="Rad0db7f1e20d48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a01df37c024bac" /><Relationship Type="http://schemas.openxmlformats.org/officeDocument/2006/relationships/image" Target="/ppt/media/image.emf" Id="R8acf8745b070432f" /><Relationship Type="http://schemas.openxmlformats.org/officeDocument/2006/relationships/image" Target="/ppt/media/image2.emf" Id="R78f143b4ac8b4f03" /><Relationship Type="http://schemas.openxmlformats.org/officeDocument/2006/relationships/notesSlide" Target="/ppt/notesSlides/notesSlide8.xml" Id="R766bd6e3048b41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b04197919a44cf" /><Relationship Type="http://schemas.openxmlformats.org/officeDocument/2006/relationships/image" Target="/ppt/media/image.emf" Id="R2dc39cf189c644ed" /><Relationship Type="http://schemas.openxmlformats.org/officeDocument/2006/relationships/image" Target="/ppt/media/image2.emf" Id="R231c2f06c11d4f57" /><Relationship Type="http://schemas.openxmlformats.org/officeDocument/2006/relationships/notesSlide" Target="/ppt/notesSlides/notesSlide9.xml" Id="R6082ae1f613c48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74c422ffa044ee" /><Relationship Type="http://schemas.openxmlformats.org/officeDocument/2006/relationships/image" Target="/ppt/media/image.emf" Id="R3c929bfeba3e40c5" /><Relationship Type="http://schemas.openxmlformats.org/officeDocument/2006/relationships/image" Target="/ppt/media/image2.emf" Id="R436a345f2a954f27" /><Relationship Type="http://schemas.openxmlformats.org/officeDocument/2006/relationships/notesSlide" Target="/ppt/notesSlides/notesSlide10.xml" Id="Rd0101888e6cd44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15: Software Evolution, Maintenance &amp; Technical Debt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Refactoring, Debt Measurement, Legacy Modernization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A0C0E53-5FA0-497E-A002-BF93764B5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006764-6998-43FC-81F4-7276904F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3E63B1-C431-428A-B948-C14472A9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B3DEAD-7E2B-4292-AB39-F6D3C8AA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Explain technical debt and its impact on project velocity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Measure technical debt using SonarQube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Apply refactoring strategies safely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Plan a legacy system modernization roadmap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Argue for refactoring sprints to stakeholders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2230D2B-F93D-4A4F-A43E-C8A3509D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FEE9D442-A950-43BB-AC3D-56E5C78A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afcba4fbc4e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08fe0b2cc48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A0C0E53-5FA0-497E-A002-BF93764B5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006764-6998-43FC-81F4-7276904F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is Technical Debt?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3E63B1-C431-428A-B948-C14472A9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The code you'll have to fix later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B3DEAD-7E2B-4292-AB39-F6D3C8AA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Technical debt: shortcuts taken now that cost more later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Like financial debt: you get speed now, but pay interest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Types: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Reckless: we don't have time for tests (high interest)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Prudent: we'll refactor after the prototype (lower interest)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Symptoms: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Every change breaks something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Adding a feature takes longer than expected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New team members take weeks to be productive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Tests are flaky or missing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2230D2B-F93D-4A4F-A43E-C8A3509D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FEE9D442-A950-43BB-AC3D-56E5C78A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1b2c544424e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c9d305e9c43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A0C0E53-5FA0-497E-A002-BF93764B5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006764-6998-43FC-81F4-7276904F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Measuring Technical Debt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3E63B1-C431-428A-B948-C14472A9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Quantifying the problem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B3DEAD-7E2B-4292-AB39-F6D3C8AA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SonarQube Debt: estimated time to fix all issues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Common metrics: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Debt Ratio: debt / estimated development time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Debt Principal: cost to fix it now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Debt Interest: extra cost per change due to debt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Rule of thumb: debt ratio &lt; 5% is healthy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Manual assessment: code reviews, team surveys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'Would you rather write this code from scratch or modify it?'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2230D2B-F93D-4A4F-A43E-C8A3509D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FEE9D442-A950-43BB-AC3D-56E5C78A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4b7ea14fe49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d2095410741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A0C0E53-5FA0-497E-A002-BF93764B5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006764-6998-43FC-81F4-7276904F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Refactoring Strategies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3E63B1-C431-428A-B948-C14472A9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Improving code without changing behavior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B3DEAD-7E2B-4292-AB39-F6D3C8AA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Refactoring = changing structure, not behavior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Safe refactoring steps: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Ensure you have tests (safety net)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Make small, focused changes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Run tests after each change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Commit frequently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Common refactorings: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Extract method: break long functions into smaller ones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Rename variable: use meaningful names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Replace magic number with constant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Move class to appropriate module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Replace conditional with polymorphism (for complex conditionals)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2230D2B-F93D-4A4F-A43E-C8A3509D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FEE9D442-A950-43BB-AC3D-56E5C78A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0a600158f42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08897f35f4a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A0C0E53-5FA0-497E-A002-BF93764B5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006764-6998-43FC-81F4-7276904F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Legacy System Modernization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3E63B1-C431-428A-B948-C14472A9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Strategies for aging codebases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B3DEAD-7E2B-4292-AB39-F6D3C8AA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Strangler Fig Pattern: gradually replace pieces of old system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Steps: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Identify module boundaries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Add a facade/API layer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Replace one module at a time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Route traffic to new module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5. Remove old module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Keep old and new running in parallel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Benefits: reduce risk, get feedback early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Example: Replace old monolithic PHP backend with microservices one-by-one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2230D2B-F93D-4A4F-A43E-C8A3509D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FEE9D442-A950-43BB-AC3D-56E5C78A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46a8ec4754f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08bd186ec40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A0C0E53-5FA0-497E-A002-BF93764B5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006764-6998-43FC-81F4-7276904F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Making the Case for Refactoring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3E63B1-C431-428A-B948-C14472A9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Convincing stakeholders to invest in quality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B3DEAD-7E2B-4292-AB39-F6D3C8AA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Frame in business terms, not technical: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Bad: 'We need to refactor the database layer'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Good: 'Reducing technical debt will speed up feature delivery by 30%'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data: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'Our debt ratio is 15%, which means 15% of our sprint is lost to bad code'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'Bug fix time has increased 3x in the last 6 months'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Propose small refactoring sprints (e.g., 20% of each sprint)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Amazon CTO: 'Fix things that annoy you. The compound effect is massive.'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2230D2B-F93D-4A4F-A43E-C8A3509D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FEE9D442-A950-43BB-AC3D-56E5C78A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a183313a747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483f894cd4c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A0C0E53-5FA0-497E-A002-BF93764B5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006764-6998-43FC-81F4-7276904F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Refactoring Recommendations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3E63B1-C431-428A-B948-C14472A9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AI-recommended refactoring targets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B3DEAD-7E2B-4292-AB39-F6D3C8AA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Analyze this code and suggest 5 refactoring targets ranked by effort vs impact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identifies: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Long methods (#1 refactoring target)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Duplicate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Large classes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Deeply nested conditionals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Lack of interfaces/abstractions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Calculate the 'debt interest' for this codebase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estimates time lost per sprint due to current debt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Validate AI suggestions with team discussion before acting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2230D2B-F93D-4A4F-A43E-C8A3509D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FEE9D442-A950-43BB-AC3D-56E5C78A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f8745b07043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143b4ac8b4f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A0C0E53-5FA0-497E-A002-BF93764B5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006764-6998-43FC-81F4-7276904F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Long-Term Stewardship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3E63B1-C431-428A-B948-C14472A9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Proposing a maintenance roadmap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B3DEAD-7E2B-4292-AB39-F6D3C8AA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Activity: In groups, design a 6-month maintenance roadmap for a hypothetical project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Include: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Month 1-2: Audit and measure current debt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Month 3-4: Refactor high-impact, low-effort targets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Month 5-6: Address medium-effort targets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Argue for refactoring sprints in a 'presentation to leadership'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data: debt ratio, team velocity, bug count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Lesson: Maintenance is not 'stopping progress'; it's protecting your speed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2230D2B-F93D-4A4F-A43E-C8A3509D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FEE9D442-A950-43BB-AC3D-56E5C78A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39cf189c644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c2f06c11d4f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A0C0E53-5FA0-497E-A002-BF93764B5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006764-6998-43FC-81F4-7276904F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3E63B1-C431-428A-B948-C14472A9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Week 15 Recap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B3DEAD-7E2B-4292-AB39-F6D3C8AA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Technical debt: shortcuts that cost compound interest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Measure: SonarQube debt ratio, bug fix time trends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Refactor safely: small changes, test first, commit often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Legacy modernization: strangler fig pattern, replace gradually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Frame refactoring in business terms to get buy-in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identifies targets and estimates debt interest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Vibe Coding, AI Agents &amp; Future Trends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Technical debt refactoring roadmap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2230D2B-F93D-4A4F-A43E-C8A3509D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FEE9D442-A950-43BB-AC3D-56E5C78A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29bfeba3e40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a345f2a954f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2026-07-14T12:47:04.3840000Z</dcterms:created>
  <dcterms:modified xsi:type="dcterms:W3CDTF">2026-07-14T12:47:04.3840000Z</dcterms:modified>
</coreProperties>
</file>