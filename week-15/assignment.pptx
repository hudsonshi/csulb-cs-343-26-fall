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a03f3901a64561" /><Relationship Type="http://schemas.openxmlformats.org/officeDocument/2006/relationships/extended-properties" Target="/docProps/app.xml" Id="R82e23d88c9ad4a3c" /><Relationship Type="http://schemas.openxmlformats.org/officeDocument/2006/relationships/officeDocument" Target="/ppt/presentation.xml" Id="R3623eab52b2c41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4c4e1c04204f2a"/>
  </p:sldMasterIdLst>
  <p:notesMasterIdLst>
    <p:notesMasterId xmlns:r="http://schemas.openxmlformats.org/officeDocument/2006/relationships" r:id="R049a4ae1db404caf"/>
  </p:notesMasterIdLst>
  <p:sldIdLst>
    <p:sldId xmlns:r="http://schemas.openxmlformats.org/officeDocument/2006/relationships" id="256" r:id="R87b877d2a9054dbc"/>
    <p:sldId xmlns:r="http://schemas.openxmlformats.org/officeDocument/2006/relationships" id="257" r:id="Rc4a0bc6e62014715"/>
    <p:sldId xmlns:r="http://schemas.openxmlformats.org/officeDocument/2006/relationships" id="258" r:id="R19d5c553d3c74c95"/>
    <p:sldId xmlns:r="http://schemas.openxmlformats.org/officeDocument/2006/relationships" id="259" r:id="R57608e3a403e4b1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832f83acd64d48" /><Relationship Type="http://schemas.openxmlformats.org/officeDocument/2006/relationships/slideMaster" Target="/ppt/slideMasters/slideMaster1.xml" Id="Rf44c4e1c04204f2a" /><Relationship Type="http://schemas.openxmlformats.org/officeDocument/2006/relationships/notesMaster" Target="/ppt/notesMasters/notesMaster1.xml" Id="R049a4ae1db404caf" /><Relationship Type="http://schemas.openxmlformats.org/officeDocument/2006/relationships/presProps" Target="/ppt/presProps.xml" Id="R11ec4b8dfddf467a" /><Relationship Type="http://schemas.openxmlformats.org/officeDocument/2006/relationships/viewProps" Target="/ppt/viewProps.xml" Id="R876fe7f4040d4407" /><Relationship Type="http://schemas.openxmlformats.org/officeDocument/2006/relationships/tableStyles" Target="/ppt/tableStyles.xml" Id="R778153caebab4e2a" /><Relationship Type="http://schemas.openxmlformats.org/officeDocument/2006/relationships/slide" Target="/ppt/slides/slide1.xml" Id="R87b877d2a9054dbc" /><Relationship Type="http://schemas.openxmlformats.org/officeDocument/2006/relationships/slide" Target="/ppt/slides/slide2.xml" Id="Rc4a0bc6e62014715" /><Relationship Type="http://schemas.openxmlformats.org/officeDocument/2006/relationships/slide" Target="/ppt/slides/slide3.xml" Id="R19d5c553d3c74c95" /><Relationship Type="http://schemas.openxmlformats.org/officeDocument/2006/relationships/slide" Target="/ppt/slides/slide4.xml" Id="R57608e3a403e4b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fa37d4a7f048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1b2e9e0bc74ce8" /><Relationship Type="http://schemas.openxmlformats.org/officeDocument/2006/relationships/notesMaster" Target="/ppt/notesMasters/notesMaster1.xml" Id="Rb3efa16872f947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ca08d287354ff2" /><Relationship Type="http://schemas.openxmlformats.org/officeDocument/2006/relationships/notesMaster" Target="/ppt/notesMasters/notesMaster1.xml" Id="R344c24ca131648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c9e5d3285843e1" /><Relationship Type="http://schemas.openxmlformats.org/officeDocument/2006/relationships/notesMaster" Target="/ppt/notesMasters/notesMaster1.xml" Id="R9071d0fa83914b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1e6d2895af4ead" /><Relationship Type="http://schemas.openxmlformats.org/officeDocument/2006/relationships/notesMaster" Target="/ppt/notesMasters/notesMaster1.xml" Id="Rf742742d407e48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85ce2164c44ed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959c2241e34b4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2d8b90d6b2469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17e6a26d044ab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38d4481507426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28a69615c8433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28c578024f4b5c" /><Relationship Type="http://schemas.openxmlformats.org/officeDocument/2006/relationships/image" Target="/ppt/media/image.emf" Id="Rfe473b78ff4e4e9f" /><Relationship Type="http://schemas.openxmlformats.org/officeDocument/2006/relationships/image" Target="/ppt/media/image2.emf" Id="R943dc99468b34fc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c907f805a64e1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eb1e11e2c44fd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F7679F-30D0-45C7-9A0E-5B1E9F28844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A23C299-3C16-4E17-AF67-9901737492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1FD4776-1851-4FB2-A018-59B6710C82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04DF435-CC7D-488D-B16E-64D49F7E84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09B694E-1253-44C1-9C03-CCE1EA213F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3B02860-D7AD-4C58-9A3A-996ABA36F4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D24F95F-E853-441A-A912-D52BE46196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1B411C0-B5E5-40E1-88ED-2B7EDB28C3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70687AF-FB44-4C60-9868-55F501AC556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138DE88-5A67-4209-A7FF-7303B3FFE8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60723FC-E864-4C67-BB35-346BFF074F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169AEAE-8DA1-4105-B2F6-414A0BF27D5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D3ED516-A9D9-40C0-8DF6-8B3030A3454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09C5D0B-444C-4D9F-8DE7-101258DD419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A63A033-3FA5-4514-9E19-5895B2EC9D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A53ADF-47FC-4024-B862-E4A17E309D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A67497-5DD1-494A-AAEF-860ABFEE6D6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740A2CE-C83D-46D8-99B8-06FC480C1F8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77A72A0-72A0-4CFA-AC8A-87A89E24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EB4E8A6F-ABC7-4213-9FFE-D669BAE7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73b78ff4e4e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dc99468b34f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FD82B22-2848-4CEB-B57B-F335CFDB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30320EDC-237B-4F8C-8D61-B55C8EF2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73b78ff4e4e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dc99468b34f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494248-2288-433E-9422-313A353F12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1DB5A92-4316-4C26-9902-E4947F16F62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BF9B3D5-F2B2-4E6C-B00C-A8BD9AF249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8aff2e042d724b11" /><Relationship Type="http://schemas.openxmlformats.org/officeDocument/2006/relationships/image" Target="/ppt/media/image2.emf" Id="R7d02277813874812" /><Relationship Type="http://schemas.openxmlformats.org/officeDocument/2006/relationships/theme" Target="/ppt/slideMasters/theme/theme2.xml" Id="Rdf7e602ff42b4a8e" /><Relationship Type="http://schemas.openxmlformats.org/officeDocument/2006/relationships/slideLayout" Target="/ppt/slideLayouts/slideLayout1.xml" Id="R3ebe6fb18f3a4534" /><Relationship Type="http://schemas.openxmlformats.org/officeDocument/2006/relationships/slideLayout" Target="/ppt/slideLayouts/slideLayout2.xml" Id="R2583d78df9a74592" /><Relationship Type="http://schemas.openxmlformats.org/officeDocument/2006/relationships/slideLayout" Target="/ppt/slideLayouts/slideLayout3.xml" Id="R00395fd816c44042" /><Relationship Type="http://schemas.openxmlformats.org/officeDocument/2006/relationships/slideLayout" Target="/ppt/slideLayouts/slideLayout4.xml" Id="R46941121a0c14d99" /><Relationship Type="http://schemas.openxmlformats.org/officeDocument/2006/relationships/slideLayout" Target="/ppt/slideLayouts/slideLayout5.xml" Id="R30ef2734f83a4020" /><Relationship Type="http://schemas.openxmlformats.org/officeDocument/2006/relationships/slideLayout" Target="/ppt/slideLayouts/slideLayout6.xml" Id="Reab396dd66e94a71" /><Relationship Type="http://schemas.openxmlformats.org/officeDocument/2006/relationships/slideLayout" Target="/ppt/slideLayouts/slideLayout7.xml" Id="R120378bfdca542c2" /><Relationship Type="http://schemas.openxmlformats.org/officeDocument/2006/relationships/slideLayout" Target="/ppt/slideLayouts/slideLayout8.xml" Id="Ree9690cd8e794adf" /><Relationship Type="http://schemas.openxmlformats.org/officeDocument/2006/relationships/slideLayout" Target="/ppt/slideLayouts/slideLayout9.xml" Id="R8193e09809cd4f3a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8880318-2FB4-4C60-9C97-E72C609685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1585DDB-0D0C-4E11-8ED2-3691136AEF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091D52D-2B0B-4DF4-A121-A255C4B5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5711C4DA-B4AC-4E98-8284-C3C11CE8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f2e042d724b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022778138748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3C60F4E-696D-407E-A0DA-CAE32801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EA3FF0F3-401D-47B5-BB98-6714C5C6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ff2e042d724b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022778138748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be6fb18f3a4534"/>
    <p:sldLayoutId xmlns:r="http://schemas.openxmlformats.org/officeDocument/2006/relationships" id="2147483650" r:id="R2583d78df9a74592"/>
    <p:sldLayoutId xmlns:r="http://schemas.openxmlformats.org/officeDocument/2006/relationships" id="2147483651" r:id="R00395fd816c44042"/>
    <p:sldLayoutId xmlns:r="http://schemas.openxmlformats.org/officeDocument/2006/relationships" id="2147483652" r:id="R46941121a0c14d99"/>
    <p:sldLayoutId xmlns:r="http://schemas.openxmlformats.org/officeDocument/2006/relationships" id="2147483653" r:id="R30ef2734f83a4020"/>
    <p:sldLayoutId xmlns:r="http://schemas.openxmlformats.org/officeDocument/2006/relationships" id="2147483654" r:id="Reab396dd66e94a71"/>
    <p:sldLayoutId xmlns:r="http://schemas.openxmlformats.org/officeDocument/2006/relationships" id="2147483655" r:id="R120378bfdca542c2"/>
    <p:sldLayoutId xmlns:r="http://schemas.openxmlformats.org/officeDocument/2006/relationships" id="2147483656" r:id="Ree9690cd8e794adf"/>
    <p:sldLayoutId xmlns:r="http://schemas.openxmlformats.org/officeDocument/2006/relationships" id="2147483657" r:id="R8193e09809cd4f3a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c239a770d4b70" /><Relationship Type="http://schemas.openxmlformats.org/officeDocument/2006/relationships/notesSlide" Target="/ppt/notesSlides/notesSlide1.xml" Id="R29f06c0b6c544f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83dcecfc29846b9" /><Relationship Type="http://schemas.openxmlformats.org/officeDocument/2006/relationships/image" Target="/ppt/media/image.emf" Id="R4be517fb44324ac5" /><Relationship Type="http://schemas.openxmlformats.org/officeDocument/2006/relationships/image" Target="/ppt/media/image2.emf" Id="R5ab98ebdd3c64d1f" /><Relationship Type="http://schemas.openxmlformats.org/officeDocument/2006/relationships/notesSlide" Target="/ppt/notesSlides/notesSlide2.xml" Id="R2567e3fd0d5e47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0803c2a65d54f9f" /><Relationship Type="http://schemas.openxmlformats.org/officeDocument/2006/relationships/image" Target="/ppt/media/image.emf" Id="R16c58559c2d74676" /><Relationship Type="http://schemas.openxmlformats.org/officeDocument/2006/relationships/image" Target="/ppt/media/image2.emf" Id="Ra404a5d8e0874efa" /><Relationship Type="http://schemas.openxmlformats.org/officeDocument/2006/relationships/notesSlide" Target="/ppt/notesSlides/notesSlide3.xml" Id="R9b7f2db6541a4c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dce13d876144f6" /><Relationship Type="http://schemas.openxmlformats.org/officeDocument/2006/relationships/image" Target="/ppt/media/image.emf" Id="Rd6896b50678d4782" /><Relationship Type="http://schemas.openxmlformats.org/officeDocument/2006/relationships/image" Target="/ppt/media/image2.emf" Id="R4e79314ff808463f" /><Relationship Type="http://schemas.openxmlformats.org/officeDocument/2006/relationships/notesSlide" Target="/ppt/notesSlides/notesSlide4.xml" Id="R5f6396e2b64541a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15 Assignment: Technical Debt Refactoring Roadmap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Due: Next session - Document + calculations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B36491B-EA14-4DB4-9FBE-C14BBCEBB7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E4F05AB-2C0A-4772-BF67-500F48C7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Assignment Overview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4758CFA-5B38-44C3-9FC5-BFEE5CE7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Plan a debt reduction strategy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927DC8E-B815-4064-B95C-74A1B7D2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Analyze the codebase from Weeks 7-9.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Tasks: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1. Measure technical debt (use SonarQube or manual calculation)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2. Use AI to recommend 5 refactoring targets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3. Rank them by Effort vs Impact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4. Calculate 'Debt Interest': estimated extra time lost per sprint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5. Write a 6-month maintenance roadmap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6. Argue for at least one refactoring sprint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204D321-661A-4B7F-8B62-EE77FE23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35DFEF20-57E8-40E1-A4C2-F9801BED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517fb44324a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b98ebdd3c64d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B36491B-EA14-4DB4-9FBE-C14BBCEBB7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E4F05AB-2C0A-4772-BF67-500F48C7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Submission Requirements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4758CFA-5B38-44C3-9FC5-BFEE5CE7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to turn in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927DC8E-B815-4064-B95C-74A1B7D2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Submit a Markdown or PDF document: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Current debt measurement (SonarQube or manual)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5 refactoring targets with effort/impact ranking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'Debt Interest' calculation (hours lost per sprint)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6-month maintenance roadmap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1-paragraph pitch to leadership (why they should invest in refactoring)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Bonus (+1): Implement ONE refactoring from your roadmap and create a PR.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204D321-661A-4B7F-8B62-EE77FE23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35DFEF20-57E8-40E1-A4C2-F9801BED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c58559c2d746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4a5d8e0874e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B36491B-EA14-4DB4-9FBE-C14BBCEBB7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E4F05AB-2C0A-4772-BF67-500F48C7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Grading Rubric (10 pts)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4758CFA-5B38-44C3-9FC5-BFEE5CE7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How you will be graded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927DC8E-B815-4064-B95C-74A1B7D2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477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Technical debt measurement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5 refactoring targets with effort/impact (3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Debt interest calculation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6-month maintenance roadmap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On-time submission (1 pt)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204D321-661A-4B7F-8B62-EE77FE23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35DFEF20-57E8-40E1-A4C2-F9801BED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96b50678d47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9314ff80846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2026-07-14T12:47:04.6460000Z</dcterms:created>
  <dcterms:modified xsi:type="dcterms:W3CDTF">2026-07-14T12:47:04.6460000Z</dcterms:modified>
</coreProperties>
</file>