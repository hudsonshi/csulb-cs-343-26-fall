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698b218d0c4fe3" /><Relationship Type="http://schemas.openxmlformats.org/officeDocument/2006/relationships/extended-properties" Target="/docProps/app.xml" Id="R58a5573f5c654da3" /><Relationship Type="http://schemas.openxmlformats.org/officeDocument/2006/relationships/officeDocument" Target="/ppt/presentation.xml" Id="Ra2b1ebc1d2594c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c328ce8b784638"/>
  </p:sldMasterIdLst>
  <p:notesMasterIdLst>
    <p:notesMasterId xmlns:r="http://schemas.openxmlformats.org/officeDocument/2006/relationships" r:id="Rc3647bd7474d43ff"/>
  </p:notesMasterIdLst>
  <p:sldIdLst>
    <p:sldId xmlns:r="http://schemas.openxmlformats.org/officeDocument/2006/relationships" id="256" r:id="R79095c37e8924d2a"/>
    <p:sldId xmlns:r="http://schemas.openxmlformats.org/officeDocument/2006/relationships" id="257" r:id="R6af152c603bd4ec3"/>
    <p:sldId xmlns:r="http://schemas.openxmlformats.org/officeDocument/2006/relationships" id="258" r:id="Re8a676f8d8cd4962"/>
    <p:sldId xmlns:r="http://schemas.openxmlformats.org/officeDocument/2006/relationships" id="259" r:id="Rfe98e622f6254a48"/>
    <p:sldId xmlns:r="http://schemas.openxmlformats.org/officeDocument/2006/relationships" id="260" r:id="R42dea310c8ee45e8"/>
    <p:sldId xmlns:r="http://schemas.openxmlformats.org/officeDocument/2006/relationships" id="261" r:id="R90edd5f2a5e94087"/>
    <p:sldId xmlns:r="http://schemas.openxmlformats.org/officeDocument/2006/relationships" id="262" r:id="R219fc3dc0d7a41bd"/>
    <p:sldId xmlns:r="http://schemas.openxmlformats.org/officeDocument/2006/relationships" id="263" r:id="Rd403d5d76d8a469d"/>
    <p:sldId xmlns:r="http://schemas.openxmlformats.org/officeDocument/2006/relationships" id="264" r:id="Rf59462d738094912"/>
    <p:sldId xmlns:r="http://schemas.openxmlformats.org/officeDocument/2006/relationships" id="265" r:id="R8d704d229c9a4339"/>
    <p:sldId xmlns:r="http://schemas.openxmlformats.org/officeDocument/2006/relationships" id="266" r:id="Rd1c3019421864b4b"/>
    <p:sldId xmlns:r="http://schemas.openxmlformats.org/officeDocument/2006/relationships" id="267" r:id="Ra74ca39c12b943c3"/>
    <p:sldId xmlns:r="http://schemas.openxmlformats.org/officeDocument/2006/relationships" id="268" r:id="Ree981ad3cb5c4956"/>
    <p:sldId xmlns:r="http://schemas.openxmlformats.org/officeDocument/2006/relationships" id="269" r:id="R672c1d507c8c4e4b"/>
    <p:sldId xmlns:r="http://schemas.openxmlformats.org/officeDocument/2006/relationships" id="270" r:id="Rb04036f01d804d0b"/>
    <p:sldId xmlns:r="http://schemas.openxmlformats.org/officeDocument/2006/relationships" id="271" r:id="Rf405a060b5144729"/>
    <p:sldId xmlns:r="http://schemas.openxmlformats.org/officeDocument/2006/relationships" id="272" r:id="Rd0598a0e0a244ec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bd71113f1147d5" /><Relationship Type="http://schemas.openxmlformats.org/officeDocument/2006/relationships/slideMaster" Target="/ppt/slideMasters/slideMaster1.xml" Id="R6ec328ce8b784638" /><Relationship Type="http://schemas.openxmlformats.org/officeDocument/2006/relationships/notesMaster" Target="/ppt/notesMasters/notesMaster1.xml" Id="Rc3647bd7474d43ff" /><Relationship Type="http://schemas.openxmlformats.org/officeDocument/2006/relationships/presProps" Target="/ppt/presProps.xml" Id="Rc17467f94d7e4212" /><Relationship Type="http://schemas.openxmlformats.org/officeDocument/2006/relationships/viewProps" Target="/ppt/viewProps.xml" Id="R3cbce17d431e43b7" /><Relationship Type="http://schemas.openxmlformats.org/officeDocument/2006/relationships/tableStyles" Target="/ppt/tableStyles.xml" Id="R3f0d838242bd4bff" /><Relationship Type="http://schemas.openxmlformats.org/officeDocument/2006/relationships/slide" Target="/ppt/slides/slide1.xml" Id="R79095c37e8924d2a" /><Relationship Type="http://schemas.openxmlformats.org/officeDocument/2006/relationships/slide" Target="/ppt/slides/slide2.xml" Id="R6af152c603bd4ec3" /><Relationship Type="http://schemas.openxmlformats.org/officeDocument/2006/relationships/slide" Target="/ppt/slides/slide3.xml" Id="Re8a676f8d8cd4962" /><Relationship Type="http://schemas.openxmlformats.org/officeDocument/2006/relationships/slide" Target="/ppt/slides/slide4.xml" Id="Rfe98e622f6254a48" /><Relationship Type="http://schemas.openxmlformats.org/officeDocument/2006/relationships/slide" Target="/ppt/slides/slide5.xml" Id="R42dea310c8ee45e8" /><Relationship Type="http://schemas.openxmlformats.org/officeDocument/2006/relationships/slide" Target="/ppt/slides/slide6.xml" Id="R90edd5f2a5e94087" /><Relationship Type="http://schemas.openxmlformats.org/officeDocument/2006/relationships/slide" Target="/ppt/slides/slide7.xml" Id="R219fc3dc0d7a41bd" /><Relationship Type="http://schemas.openxmlformats.org/officeDocument/2006/relationships/slide" Target="/ppt/slides/slide8.xml" Id="Rd403d5d76d8a469d" /><Relationship Type="http://schemas.openxmlformats.org/officeDocument/2006/relationships/slide" Target="/ppt/slides/slide9.xml" Id="Rf59462d738094912" /><Relationship Type="http://schemas.openxmlformats.org/officeDocument/2006/relationships/slide" Target="/ppt/slides/slide10.xml" Id="R8d704d229c9a4339" /><Relationship Type="http://schemas.openxmlformats.org/officeDocument/2006/relationships/slide" Target="/ppt/slides/slide11.xml" Id="Rd1c3019421864b4b" /><Relationship Type="http://schemas.openxmlformats.org/officeDocument/2006/relationships/slide" Target="/ppt/slides/slide12.xml" Id="Ra74ca39c12b943c3" /><Relationship Type="http://schemas.openxmlformats.org/officeDocument/2006/relationships/slide" Target="/ppt/slides/slide13.xml" Id="Ree981ad3cb5c4956" /><Relationship Type="http://schemas.openxmlformats.org/officeDocument/2006/relationships/slide" Target="/ppt/slides/slide14.xml" Id="R672c1d507c8c4e4b" /><Relationship Type="http://schemas.openxmlformats.org/officeDocument/2006/relationships/slide" Target="/ppt/slides/slide15.xml" Id="Rb04036f01d804d0b" /><Relationship Type="http://schemas.openxmlformats.org/officeDocument/2006/relationships/slide" Target="/ppt/slides/slide16.xml" Id="Rf405a060b5144729" /><Relationship Type="http://schemas.openxmlformats.org/officeDocument/2006/relationships/slide" Target="/ppt/slides/slide17.xml" Id="Rd0598a0e0a24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352cc1d9bf4a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ab2428c8fe4bff" /><Relationship Type="http://schemas.openxmlformats.org/officeDocument/2006/relationships/notesMaster" Target="/ppt/notesMasters/notesMaster1.xml" Id="Rf9c004cb6e2c48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aaae0f6ad24b22" /><Relationship Type="http://schemas.openxmlformats.org/officeDocument/2006/relationships/notesMaster" Target="/ppt/notesMasters/notesMaster1.xml" Id="Rce0cc02ba7ff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d8d1390a864cdf" /><Relationship Type="http://schemas.openxmlformats.org/officeDocument/2006/relationships/notesMaster" Target="/ppt/notesMasters/notesMaster1.xml" Id="R0da4ce3457db4f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44bc3cf5624916" /><Relationship Type="http://schemas.openxmlformats.org/officeDocument/2006/relationships/notesMaster" Target="/ppt/notesMasters/notesMaster1.xml" Id="Rf8b13801afdf49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e26a91e3f14c52" /><Relationship Type="http://schemas.openxmlformats.org/officeDocument/2006/relationships/notesMaster" Target="/ppt/notesMasters/notesMaster1.xml" Id="Ra4b103b3b2524a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e821d85b6f420f" /><Relationship Type="http://schemas.openxmlformats.org/officeDocument/2006/relationships/notesMaster" Target="/ppt/notesMasters/notesMaster1.xml" Id="R8f4b6f029d1f4b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6c67e2f796480b" /><Relationship Type="http://schemas.openxmlformats.org/officeDocument/2006/relationships/notesMaster" Target="/ppt/notesMasters/notesMaster1.xml" Id="R375c41374d17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a5ba6718dc4428" /><Relationship Type="http://schemas.openxmlformats.org/officeDocument/2006/relationships/notesMaster" Target="/ppt/notesMasters/notesMaster1.xml" Id="R91d4cbc3e7c042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90c5424e84dde" /><Relationship Type="http://schemas.openxmlformats.org/officeDocument/2006/relationships/notesMaster" Target="/ppt/notesMasters/notesMaster1.xml" Id="Rfdcf4a64fbdf42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5ca5f7b5b14ee8" /><Relationship Type="http://schemas.openxmlformats.org/officeDocument/2006/relationships/notesMaster" Target="/ppt/notesMasters/notesMaster1.xml" Id="R00e12daa95e44df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4aa02931f144dcc" /><Relationship Type="http://schemas.openxmlformats.org/officeDocument/2006/relationships/notesMaster" Target="/ppt/notesMasters/notesMaster1.xml" Id="R4de233bf6bdc4d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250991b0744c6f" /><Relationship Type="http://schemas.openxmlformats.org/officeDocument/2006/relationships/notesMaster" Target="/ppt/notesMasters/notesMaster1.xml" Id="Rb6e1b433928e42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de98d3ef8804864" /><Relationship Type="http://schemas.openxmlformats.org/officeDocument/2006/relationships/notesMaster" Target="/ppt/notesMasters/notesMaster1.xml" Id="Ra528d05b77c64a1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1eee4060c6b4f85" /><Relationship Type="http://schemas.openxmlformats.org/officeDocument/2006/relationships/notesMaster" Target="/ppt/notesMasters/notesMaster1.xml" Id="Re4364c8c3ea04e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dafd2470d4d428f" /><Relationship Type="http://schemas.openxmlformats.org/officeDocument/2006/relationships/notesMaster" Target="/ppt/notesMasters/notesMaster1.xml" Id="R42ae18bd82e54a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5bd0a44c3814ed1" /><Relationship Type="http://schemas.openxmlformats.org/officeDocument/2006/relationships/notesMaster" Target="/ppt/notesMasters/notesMaster1.xml" Id="R6e4f8a7ec31143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2fdc42cfc634add" /><Relationship Type="http://schemas.openxmlformats.org/officeDocument/2006/relationships/notesMaster" Target="/ppt/notesMasters/notesMaster1.xml" Id="R9156a189a7414f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8c0d90500247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63df17db847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02f6197b54a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9e5606543f41f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f30dc1d1a34ed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bb089b6a464c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863912afd84c8c" /><Relationship Type="http://schemas.openxmlformats.org/officeDocument/2006/relationships/image" Target="/ppt/media/image.emf" Id="R62aafd4bde3144f8" /><Relationship Type="http://schemas.openxmlformats.org/officeDocument/2006/relationships/image" Target="/ppt/media/image2.emf" Id="Ra46ed0ab2c67415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a403f51a94c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d38d4f3104572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9E57EA-81F7-4966-9F7A-F878F555045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EDAFC2E5-B8D1-4998-8D3D-3557B5AC261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237CB8-9A82-4AC8-9441-B2B8309116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1F0EBEA-D5FF-4D13-8E34-32680FB1E3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1CEC7F-AE95-4B74-B0BF-41F0F03FA9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A02594-4050-4037-89FA-7CD9CC8EF8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95D997-54F1-4319-BEA4-4E2CC527C4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CB66102-CBF8-4B60-B852-45ECF8C078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9997CDC-54BD-494D-9A31-84F3359A764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9A8B6F-063F-42C8-BBCA-4DFDB89850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648CD9E-16BD-456C-8174-921945ADC58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A0C90F1-AAE8-4357-ADB3-6CBFC6D66AE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8533C3C-5B6A-40FB-957F-FF793CA90B5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F8216481-2A4D-4C03-A072-1A4AAE20C0A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8A4070-E967-4313-863F-887BF6AF3B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D4D458-6121-42FC-B9D2-D45377E342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415193E-E2E8-4FD3-942D-74F1871FC4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5D0199-C7F9-4DF7-BD47-7B7AFCFA10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37C4B1D-BC4A-4896-9501-65611F0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D2CB7E2E-A2FF-4122-A647-AA22092A2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afd4bde31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ed0ab2c67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D4C330A-04F2-42D7-856E-A959C87C9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09310580-D488-4453-81AD-E9DDC29C3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aafd4bde3144f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6ed0ab2c6741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831472-EF44-4A77-810B-938829DF6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A44B866F-DE8D-4901-924C-5E89CFD0629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E4EABAF-2214-494C-89A8-FAC14A0A34D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c7ab9a76e0634cc7" /><Relationship Type="http://schemas.openxmlformats.org/officeDocument/2006/relationships/image" Target="/ppt/media/image2.emf" Id="R0ba7f71ffb414988" /><Relationship Type="http://schemas.openxmlformats.org/officeDocument/2006/relationships/theme" Target="/ppt/slideMasters/theme/theme2.xml" Id="R4b34e61f02af44ec" /><Relationship Type="http://schemas.openxmlformats.org/officeDocument/2006/relationships/slideLayout" Target="/ppt/slideLayouts/slideLayout1.xml" Id="R41977fcb770348b2" /><Relationship Type="http://schemas.openxmlformats.org/officeDocument/2006/relationships/slideLayout" Target="/ppt/slideLayouts/slideLayout2.xml" Id="Rebf0bbed3bcf4cd7" /><Relationship Type="http://schemas.openxmlformats.org/officeDocument/2006/relationships/slideLayout" Target="/ppt/slideLayouts/slideLayout3.xml" Id="R45aa98bae02e466a" /><Relationship Type="http://schemas.openxmlformats.org/officeDocument/2006/relationships/slideLayout" Target="/ppt/slideLayouts/slideLayout4.xml" Id="R758c133ae2b94497" /><Relationship Type="http://schemas.openxmlformats.org/officeDocument/2006/relationships/slideLayout" Target="/ppt/slideLayouts/slideLayout5.xml" Id="R7d987b880e894e67" /><Relationship Type="http://schemas.openxmlformats.org/officeDocument/2006/relationships/slideLayout" Target="/ppt/slideLayouts/slideLayout6.xml" Id="R520a913d502b42ad" /><Relationship Type="http://schemas.openxmlformats.org/officeDocument/2006/relationships/slideLayout" Target="/ppt/slideLayouts/slideLayout7.xml" Id="R89adba1b9d5f40d5" /><Relationship Type="http://schemas.openxmlformats.org/officeDocument/2006/relationships/slideLayout" Target="/ppt/slideLayouts/slideLayout8.xml" Id="Rb0d7442256e24654" /><Relationship Type="http://schemas.openxmlformats.org/officeDocument/2006/relationships/slideLayout" Target="/ppt/slideLayouts/slideLayout9.xml" Id="R1db2d430f96347c6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BCEF1C6-5D12-4DD0-A60D-F599B36BA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13B7FE-4C7B-47DD-9434-8E5EB7FD6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592BCEB-F783-4A78-9EBF-C04D0793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F7733EAB-BD35-48E0-8164-252C5150C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b9a76e063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f71ffb414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05F1923-570C-4B43-BCE6-AB85AEF2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FE7AD892-4D76-4005-857A-7D5C7DFC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ab9a76e063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7f71ffb4149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977fcb770348b2"/>
    <p:sldLayoutId xmlns:r="http://schemas.openxmlformats.org/officeDocument/2006/relationships" id="2147483650" r:id="Rebf0bbed3bcf4cd7"/>
    <p:sldLayoutId xmlns:r="http://schemas.openxmlformats.org/officeDocument/2006/relationships" id="2147483651" r:id="R45aa98bae02e466a"/>
    <p:sldLayoutId xmlns:r="http://schemas.openxmlformats.org/officeDocument/2006/relationships" id="2147483652" r:id="R758c133ae2b94497"/>
    <p:sldLayoutId xmlns:r="http://schemas.openxmlformats.org/officeDocument/2006/relationships" id="2147483653" r:id="R7d987b880e894e67"/>
    <p:sldLayoutId xmlns:r="http://schemas.openxmlformats.org/officeDocument/2006/relationships" id="2147483654" r:id="R520a913d502b42ad"/>
    <p:sldLayoutId xmlns:r="http://schemas.openxmlformats.org/officeDocument/2006/relationships" id="2147483655" r:id="R89adba1b9d5f40d5"/>
    <p:sldLayoutId xmlns:r="http://schemas.openxmlformats.org/officeDocument/2006/relationships" id="2147483656" r:id="Rb0d7442256e24654"/>
    <p:sldLayoutId xmlns:r="http://schemas.openxmlformats.org/officeDocument/2006/relationships" id="2147483657" r:id="R1db2d430f96347c6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d0846149d468d" /><Relationship Type="http://schemas.openxmlformats.org/officeDocument/2006/relationships/notesSlide" Target="/ppt/notesSlides/notesSlide1.xml" Id="R2ed77498186440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6036e363474b2b" /><Relationship Type="http://schemas.openxmlformats.org/officeDocument/2006/relationships/image" Target="/ppt/media/image.emf" Id="R02425365d54141f9" /><Relationship Type="http://schemas.openxmlformats.org/officeDocument/2006/relationships/image" Target="/ppt/media/image2.emf" Id="Re8bbcda01c36497d" /><Relationship Type="http://schemas.openxmlformats.org/officeDocument/2006/relationships/notesSlide" Target="/ppt/notesSlides/notesSlide2.xml" Id="R9e2b1f12839845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eea3cc7cafe4c5e" /><Relationship Type="http://schemas.openxmlformats.org/officeDocument/2006/relationships/image" Target="/ppt/media/image.emf" Id="R89060784437a46f6" /><Relationship Type="http://schemas.openxmlformats.org/officeDocument/2006/relationships/image" Target="/ppt/media/image2.emf" Id="Ra3ec3179389d4f8b" /><Relationship Type="http://schemas.openxmlformats.org/officeDocument/2006/relationships/notesSlide" Target="/ppt/notesSlides/notesSlide3.xml" Id="Re76bb71ce4374f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eb74f44b714a5f" /><Relationship Type="http://schemas.openxmlformats.org/officeDocument/2006/relationships/image" Target="/ppt/media/image.emf" Id="Raa366adc104946c3" /><Relationship Type="http://schemas.openxmlformats.org/officeDocument/2006/relationships/image" Target="/ppt/media/image2.emf" Id="R94c10ee99d234618" /><Relationship Type="http://schemas.openxmlformats.org/officeDocument/2006/relationships/notesSlide" Target="/ppt/notesSlides/notesSlide4.xml" Id="R43983a6910214e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a744c467754404a" /><Relationship Type="http://schemas.openxmlformats.org/officeDocument/2006/relationships/image" Target="/ppt/media/image.emf" Id="R06e23a3f02184dd5" /><Relationship Type="http://schemas.openxmlformats.org/officeDocument/2006/relationships/image" Target="/ppt/media/image2.emf" Id="R92114bd6b9ce48bd" /><Relationship Type="http://schemas.openxmlformats.org/officeDocument/2006/relationships/notesSlide" Target="/ppt/notesSlides/notesSlide5.xml" Id="R21be0308e74347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418e41d548492b" /><Relationship Type="http://schemas.openxmlformats.org/officeDocument/2006/relationships/image" Target="/ppt/media/image.emf" Id="Ra6796892971943e4" /><Relationship Type="http://schemas.openxmlformats.org/officeDocument/2006/relationships/image" Target="/ppt/media/image2.emf" Id="R9a5a2bc0c3e64ae5" /><Relationship Type="http://schemas.openxmlformats.org/officeDocument/2006/relationships/notesSlide" Target="/ppt/notesSlides/notesSlide6.xml" Id="Rb4a7fe65144647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82a833dda474529" /><Relationship Type="http://schemas.openxmlformats.org/officeDocument/2006/relationships/image" Target="/ppt/media/image.emf" Id="Rc0e4c0cb1d644bae" /><Relationship Type="http://schemas.openxmlformats.org/officeDocument/2006/relationships/image" Target="/ppt/media/image2.emf" Id="Re3e3e7ae246b4c55" /><Relationship Type="http://schemas.openxmlformats.org/officeDocument/2006/relationships/notesSlide" Target="/ppt/notesSlides/notesSlide7.xml" Id="R5620088d4b23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fa943a334e44ad" /><Relationship Type="http://schemas.openxmlformats.org/officeDocument/2006/relationships/image" Target="/ppt/media/image.emf" Id="R60ba64fb7663415b" /><Relationship Type="http://schemas.openxmlformats.org/officeDocument/2006/relationships/image" Target="/ppt/media/image2.emf" Id="Ra75a96125e3049c6" /><Relationship Type="http://schemas.openxmlformats.org/officeDocument/2006/relationships/notesSlide" Target="/ppt/notesSlides/notesSlide8.xml" Id="R4b31af22989943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117c93a3c34f21" /><Relationship Type="http://schemas.openxmlformats.org/officeDocument/2006/relationships/image" Target="/ppt/media/image.emf" Id="R0d29f56fee04418f" /><Relationship Type="http://schemas.openxmlformats.org/officeDocument/2006/relationships/image" Target="/ppt/media/image2.emf" Id="Rdccd006a09f34f7a" /><Relationship Type="http://schemas.openxmlformats.org/officeDocument/2006/relationships/notesSlide" Target="/ppt/notesSlides/notesSlide9.xml" Id="Rffde7a2ceff04d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e2c4ffd22d4f16" /><Relationship Type="http://schemas.openxmlformats.org/officeDocument/2006/relationships/image" Target="/ppt/media/image.emf" Id="R6a3a7be09c2743bc" /><Relationship Type="http://schemas.openxmlformats.org/officeDocument/2006/relationships/image" Target="/ppt/media/image2.emf" Id="R1cf605111fb5466d" /><Relationship Type="http://schemas.openxmlformats.org/officeDocument/2006/relationships/notesSlide" Target="/ppt/notesSlides/notesSlide10.xml" Id="R6f8f78c3036842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fceebcff2564c5b" /><Relationship Type="http://schemas.openxmlformats.org/officeDocument/2006/relationships/image" Target="/ppt/media/image.emf" Id="R05e0b838539b432d" /><Relationship Type="http://schemas.openxmlformats.org/officeDocument/2006/relationships/image" Target="/ppt/media/image2.emf" Id="R9799d530734348b3" /><Relationship Type="http://schemas.openxmlformats.org/officeDocument/2006/relationships/notesSlide" Target="/ppt/notesSlides/notesSlide11.xml" Id="R3711f5f9714c4b8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79a947c1b7740d2" /><Relationship Type="http://schemas.openxmlformats.org/officeDocument/2006/relationships/image" Target="/ppt/media/image.emf" Id="Rfa27e98f98c842e8" /><Relationship Type="http://schemas.openxmlformats.org/officeDocument/2006/relationships/image" Target="/ppt/media/image2.emf" Id="Reb03a1b113384771" /><Relationship Type="http://schemas.openxmlformats.org/officeDocument/2006/relationships/notesSlide" Target="/ppt/notesSlides/notesSlide12.xml" Id="R1eae75f318bf44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995f05a38b4fe8" /><Relationship Type="http://schemas.openxmlformats.org/officeDocument/2006/relationships/image" Target="/ppt/media/image.emf" Id="R041671cba96d4ffb" /><Relationship Type="http://schemas.openxmlformats.org/officeDocument/2006/relationships/image" Target="/ppt/media/image2.emf" Id="R5a38a6dc9be04d54" /><Relationship Type="http://schemas.openxmlformats.org/officeDocument/2006/relationships/notesSlide" Target="/ppt/notesSlides/notesSlide13.xml" Id="Rc949af0e4387445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90a0cab89f4245" /><Relationship Type="http://schemas.openxmlformats.org/officeDocument/2006/relationships/image" Target="/ppt/media/image.emf" Id="Re5fe8a4468e54e8f" /><Relationship Type="http://schemas.openxmlformats.org/officeDocument/2006/relationships/image" Target="/ppt/media/image2.emf" Id="Rf7e95a04580e45d0" /><Relationship Type="http://schemas.openxmlformats.org/officeDocument/2006/relationships/notesSlide" Target="/ppt/notesSlides/notesSlide14.xml" Id="R49291fc3103044b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aa00ecaee7b46ac" /><Relationship Type="http://schemas.openxmlformats.org/officeDocument/2006/relationships/image" Target="/ppt/media/image.emf" Id="R9b7d583508284d25" /><Relationship Type="http://schemas.openxmlformats.org/officeDocument/2006/relationships/image" Target="/ppt/media/image2.emf" Id="R69ed1f995c2d46be" /><Relationship Type="http://schemas.openxmlformats.org/officeDocument/2006/relationships/notesSlide" Target="/ppt/notesSlides/notesSlide15.xml" Id="R886556956d0f4d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65cf579f49f4386" /><Relationship Type="http://schemas.openxmlformats.org/officeDocument/2006/relationships/image" Target="/ppt/media/image.emf" Id="R5e0e939cf1b84367" /><Relationship Type="http://schemas.openxmlformats.org/officeDocument/2006/relationships/image" Target="/ppt/media/image2.emf" Id="R5a0a1bbc738a40c7" /><Relationship Type="http://schemas.openxmlformats.org/officeDocument/2006/relationships/notesSlide" Target="/ppt/notesSlides/notesSlide16.xml" Id="R28d673846bc543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d0d6a7e92a494a" /><Relationship Type="http://schemas.openxmlformats.org/officeDocument/2006/relationships/image" Target="/ppt/media/image.emf" Id="R43c99106ffdf4115" /><Relationship Type="http://schemas.openxmlformats.org/officeDocument/2006/relationships/image" Target="/ppt/media/image2.emf" Id="R6081160f78c146df" /><Relationship Type="http://schemas.openxmlformats.org/officeDocument/2006/relationships/notesSlide" Target="/ppt/notesSlides/notesSlide17.xml" Id="R525bdc9706634f6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Introduction to Modern Software Engineering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>
                <a:solidFill>
                  <a:srgbClr val="000000"/>
                </a:solidFill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 2026 – Weekly Lecture Slides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1: Foundations &amp; Environment Setup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Python 3, Git, PyCharm, PostgreSQL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Python 3 environment setup (virtual environments, .env)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PyPI mirror configuration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basics: init, clone, commit, push/pull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IDE setup with PyCharm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PostgreSQL &amp; DBeaver introduction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GitHub Copilot to scaffold a simple CLI project; practice prompt-driven code generation.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Team onboarding – setting up shared repos, code style conventions, initial communication channels.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425365d54141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bbcda01c3649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2: Requirements Engineering &amp; User Stories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Functional/Non-functional Requirements, API Contracts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Eliciting functional &amp; non-functional requirements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Writing user stories with acceptance criteria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contract design (OpenAPI/Swagger)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ChatGPT to generate story templates, refine ambiguous requirements, create mock API responses.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Active listening &amp; interviewing – role-play stakeholder meetings to clarify vague requests.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60784437a46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ec3179389d4f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3: Visual Modeling with UML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Class, Sequence, Activity Diagrams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Database modeling (DBA)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Backend service class, sequence &amp; activity diagrams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Tools: Draw.io, Mermaid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Generate Mermaid code from natural-language descriptions; use AI to validate diagram consistency.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Visual communication – present system design to non-technical peers using clear diagrams.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366adc104946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10ee99d23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4: Software Architecture &amp; Structural Patterns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Monolith, Microservices, CAP, Cloud, Docker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Monolith vs. distributed systems (CAP theorem)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Microservices architecture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Cloud technology overview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Containerization with Docker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RESTful vs. GraphQL APIs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AI to compare architectural trade-offs, generate Dockerfiles, scaffold microservice skeletons.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Decision-making under uncertainty – weigh CAP and cloud technology selection trade-offs.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23a3f0218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14bd6b9ce48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5: Object-Oriented Design &amp; SOLID Principles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SOLID, Design Patterns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Deep dive into SOLID principles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Common design patterns: Factory, Observer, Strategy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Code quality &amp; maintainability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Let AI suggest pattern candidates for given problems; use Codex to refactor code toward SOLID.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Code reviews – practice giving constructive feedback on design quality via GitHub.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96892971943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a2bc0c3e6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6: Front-end Fundamentals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HTML5, CSS3, JavaScript, Vue.js/React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HTML5, CSS3, JavaScript (ES6+)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Introduction to Vue.js and React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Component-based UI design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Basic HCI principles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AI to generate component design system.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User-centric thinking – conduct simple usability test, iterate based on feedback.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e4c0cb1d644b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e7ae246b4c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7: Back-end Development &amp; API Integration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Flask/FastAPI, SQLAlchemy, JWT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Building RESTful APIs with Flask/FastAPI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Database integration (SQLAlchemy ORM)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Authentication with JWT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API testing and documentation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AI-assisted endpoint generation, automatic API documentation (Swagger), test data creation.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Cross-team collaboration – coordinate API test with another team via APIFOX.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a64fb766341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5a96125e3049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8: Software Testing Strategies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Unit, Integration, Load Testing – pytest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Unit testing (pytest)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Integration testing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Black-box &amp; load testing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Test coverage &amp; mutation testing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Generate test cases from code, use AI to find edge cases, auto-repair flaky tests.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Quality culture – write a testing manifesto, share lessons from a bug-hunting session.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9f56fee0441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cd006a09f3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9: CI/CD &amp; DevOps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Jenkins, GitHub Actions, Kubernetes, Monitoring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Jenkins pipelines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GitHub Actions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Container orchestration (Kubernetes basics)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Monitoring with Grafana/Prometheus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AI-driven anomaly detection in logs; auto-suggest pipeline failed deployment troubleshooting.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Incident response – simulate a deployment failure, practice calm troubleshooting.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3a7be09c2743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f605111fb546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10: Software Reuse &amp; Open Source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Libraries, Frameworks, SDKs, Licenses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Leveraging libraries, frameworks, and SDKs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Understanding open-source licenses (MIT, GPL)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Package management best practices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AI to recommend suitable libraries, assess license compatibility.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Ethical reuse – discuss attribution and community contribution etiquette.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0b838539b43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9d530734348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11: Agile Project Management &amp; Scrum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Scrum Roles, Ceremonies, JIRA, Sprint Planning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Scrum roles, ceremonies, and artifacts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JIRA/Confluence workflows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Backlog refinement &amp; sprint planning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Use AI to estimate story points, generate sprint reports, predict velocity.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Facilitation – take turns as Scrum Master in a mock stand-up meeting.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27e98f98c842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03a1b113384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12: Risk Management &amp; Project Estimation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Risk Matrix, Monte Carlo Simulation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Identifying technical, schedule, and resource risks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Estimation techniques (PERT, story points)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Risk mitigation strategies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AI-assisted risk matrix generation, Monte Carlo simulation for delivery dates.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Risk communication – present a risk mitigation plan to executives clearly.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671cba96d4f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8a6dc9be04d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13: Configuration Management &amp; Version Control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Git Workflows, Rebasing, Cherry-Picking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Deep Git workflows (feature branching, rebasing, cherry-picking)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Config files (YAML, JSON, properties)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Git hooks &amp; automation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AI-powered commit message generation, merge conflict resolution suggestions.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Conflict resolution – practice resolving merge conflicts in a paired session.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e8a4468e54e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95a04580e45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5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14: Dependency Management &amp; Security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OWASP, SonarQube, Vulnerability Scanning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PyPI/Nexus/JFrog mirror management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OWASP dependency vulnerability scanning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SonarQube for code quality &amp; security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AI-empowered coding + large-scale LLM-based vulnerability and coding style checks.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Security mindset – perform threat modeling exercise in small groups (e.g., Log4j).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d583508284d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d1f995c2d46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6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15: Software Evolution, Maintenance &amp; Technical Debt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Refactoring, Debt Measurement, Legacy Modernization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Refactoring strategies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Technical debt measurement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Legacy system modernization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AI-recommended refactoring patterns, debt quantification (SonarQube + AI).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Long-term stewardship – propose a maintenance roadmap, argue for refactoring sprints.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0e939cf1b843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0a1bbc738a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17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A3226A7-46B4-4C9C-A11E-AF800D4321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E93B7-7071-4728-B577-50F2AE1D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1432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16: Vibe Coding, AI Agents &amp; Future Trends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06BE5A4-2A34-4E3E-8C0B-FE3A6EAE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Harness Engineering, Prompt Chaining, RAG Agents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A712BCE-8078-49A5-98CF-1E72F2ED9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Key Concepts: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Harness engineering for LLM agents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Loop engineering &amp; prompt chaining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Agent orchestration</a:t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Building with LangChain RAG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AI Boost: Build a simple Python Streamlit agent with RAG to solve a real-world task.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Soft Skills: Adaptability – reflect on how AI changes the engineer’s role, present a personal learning plan.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C7B5796-5B02-44E2-A611-623D723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94226429-7310-4832-BE73-7B43E585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99106ffdf41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1160f78c146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2026-07-14T12:22:56.6590000Z</dcterms:created>
  <dcterms:modified xsi:type="dcterms:W3CDTF">2026-07-14T12:22:56.6590000Z</dcterms:modified>
</coreProperties>
</file>