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151c534b984544" /><Relationship Type="http://schemas.openxmlformats.org/officeDocument/2006/relationships/extended-properties" Target="/docProps/app.xml" Id="R0125c55e0d4a4aa2" /><Relationship Type="http://schemas.openxmlformats.org/officeDocument/2006/relationships/officeDocument" Target="/ppt/presentation.xml" Id="R52c9c38af63c43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5193b90fc4308"/>
  </p:sldMasterIdLst>
  <p:notesMasterIdLst>
    <p:notesMasterId xmlns:r="http://schemas.openxmlformats.org/officeDocument/2006/relationships" r:id="R05ddc19738cd4eda"/>
  </p:notesMasterIdLst>
  <p:sldIdLst>
    <p:sldId xmlns:r="http://schemas.openxmlformats.org/officeDocument/2006/relationships" id="256" r:id="R7edf2520d7074268"/>
    <p:sldId xmlns:r="http://schemas.openxmlformats.org/officeDocument/2006/relationships" id="257" r:id="R016711ed08224ee3"/>
    <p:sldId xmlns:r="http://schemas.openxmlformats.org/officeDocument/2006/relationships" id="258" r:id="Rac009bf1459c4043"/>
    <p:sldId xmlns:r="http://schemas.openxmlformats.org/officeDocument/2006/relationships" id="259" r:id="R093ad21a0b974b11"/>
    <p:sldId xmlns:r="http://schemas.openxmlformats.org/officeDocument/2006/relationships" id="260" r:id="R4ef3ab114d9a40c4"/>
    <p:sldId xmlns:r="http://schemas.openxmlformats.org/officeDocument/2006/relationships" id="261" r:id="R471bbf0fede34181"/>
    <p:sldId xmlns:r="http://schemas.openxmlformats.org/officeDocument/2006/relationships" id="262" r:id="Rce7923e95b10406f"/>
    <p:sldId xmlns:r="http://schemas.openxmlformats.org/officeDocument/2006/relationships" id="263" r:id="Rafd223863f2946e0"/>
    <p:sldId xmlns:r="http://schemas.openxmlformats.org/officeDocument/2006/relationships" id="264" r:id="R5d41110166b04d3c"/>
    <p:sldId xmlns:r="http://schemas.openxmlformats.org/officeDocument/2006/relationships" id="265" r:id="Re0c0b5dd4cd045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19f159a92c4985" /><Relationship Type="http://schemas.openxmlformats.org/officeDocument/2006/relationships/slideMaster" Target="/ppt/slideMasters/slideMaster1.xml" Id="Raf05193b90fc4308" /><Relationship Type="http://schemas.openxmlformats.org/officeDocument/2006/relationships/notesMaster" Target="/ppt/notesMasters/notesMaster1.xml" Id="R05ddc19738cd4eda" /><Relationship Type="http://schemas.openxmlformats.org/officeDocument/2006/relationships/presProps" Target="/ppt/presProps.xml" Id="R304a9667e3dd46ed" /><Relationship Type="http://schemas.openxmlformats.org/officeDocument/2006/relationships/viewProps" Target="/ppt/viewProps.xml" Id="Re137a9e41f604510" /><Relationship Type="http://schemas.openxmlformats.org/officeDocument/2006/relationships/tableStyles" Target="/ppt/tableStyles.xml" Id="R82046fd2bc194975" /><Relationship Type="http://schemas.openxmlformats.org/officeDocument/2006/relationships/slide" Target="/ppt/slides/slide1.xml" Id="R7edf2520d7074268" /><Relationship Type="http://schemas.openxmlformats.org/officeDocument/2006/relationships/slide" Target="/ppt/slides/slide2.xml" Id="R016711ed08224ee3" /><Relationship Type="http://schemas.openxmlformats.org/officeDocument/2006/relationships/slide" Target="/ppt/slides/slide3.xml" Id="Rac009bf1459c4043" /><Relationship Type="http://schemas.openxmlformats.org/officeDocument/2006/relationships/slide" Target="/ppt/slides/slide4.xml" Id="R093ad21a0b974b11" /><Relationship Type="http://schemas.openxmlformats.org/officeDocument/2006/relationships/slide" Target="/ppt/slides/slide5.xml" Id="R4ef3ab114d9a40c4" /><Relationship Type="http://schemas.openxmlformats.org/officeDocument/2006/relationships/slide" Target="/ppt/slides/slide6.xml" Id="R471bbf0fede34181" /><Relationship Type="http://schemas.openxmlformats.org/officeDocument/2006/relationships/slide" Target="/ppt/slides/slide7.xml" Id="Rce7923e95b10406f" /><Relationship Type="http://schemas.openxmlformats.org/officeDocument/2006/relationships/slide" Target="/ppt/slides/slide8.xml" Id="Rafd223863f2946e0" /><Relationship Type="http://schemas.openxmlformats.org/officeDocument/2006/relationships/slide" Target="/ppt/slides/slide9.xml" Id="R5d41110166b04d3c" /><Relationship Type="http://schemas.openxmlformats.org/officeDocument/2006/relationships/slide" Target="/ppt/slides/slide10.xml" Id="Re0c0b5dd4cd0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12db95bf4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9d4d8475e4ed3" /><Relationship Type="http://schemas.openxmlformats.org/officeDocument/2006/relationships/notesMaster" Target="/ppt/notesMasters/notesMaster1.xml" Id="R07d8ac953e334e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6cbc8c71e4b13" /><Relationship Type="http://schemas.openxmlformats.org/officeDocument/2006/relationships/notesMaster" Target="/ppt/notesMasters/notesMaster1.xml" Id="R46a6d80720ac4e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4de571aa8b449d" /><Relationship Type="http://schemas.openxmlformats.org/officeDocument/2006/relationships/notesMaster" Target="/ppt/notesMasters/notesMaster1.xml" Id="Rf38ac384ef4343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70cd2c6d54413" /><Relationship Type="http://schemas.openxmlformats.org/officeDocument/2006/relationships/notesMaster" Target="/ppt/notesMasters/notesMaster1.xml" Id="R79ffcff1c485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9903040ef04030" /><Relationship Type="http://schemas.openxmlformats.org/officeDocument/2006/relationships/notesMaster" Target="/ppt/notesMasters/notesMaster1.xml" Id="R5265d28df939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e96709983a4981" /><Relationship Type="http://schemas.openxmlformats.org/officeDocument/2006/relationships/notesMaster" Target="/ppt/notesMasters/notesMaster1.xml" Id="Red5d0c5a290342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4ceb95028d4b42" /><Relationship Type="http://schemas.openxmlformats.org/officeDocument/2006/relationships/notesMaster" Target="/ppt/notesMasters/notesMaster1.xml" Id="R0200738d7e7149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c18aa652604eb6" /><Relationship Type="http://schemas.openxmlformats.org/officeDocument/2006/relationships/notesMaster" Target="/ppt/notesMasters/notesMaster1.xml" Id="R01e7a44d05344e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2343dc6dc2422a" /><Relationship Type="http://schemas.openxmlformats.org/officeDocument/2006/relationships/notesMaster" Target="/ppt/notesMasters/notesMaster1.xml" Id="Rb07af84d535441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c6cf962b604ce1" /><Relationship Type="http://schemas.openxmlformats.org/officeDocument/2006/relationships/notesMaster" Target="/ppt/notesMasters/notesMaster1.xml" Id="R821d84922c69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8246f47524e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1c661d5434c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a665630b144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9c47e49f24e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a9c1ba6f840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79f2f817f46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7b262e10f4855" /><Relationship Type="http://schemas.openxmlformats.org/officeDocument/2006/relationships/image" Target="/ppt/media/image.emf" Id="Rc40d252f7726437e" /><Relationship Type="http://schemas.openxmlformats.org/officeDocument/2006/relationships/image" Target="/ppt/media/image2.emf" Id="R0e140d3e1c09431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97f1e869a4cc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49369bdfd440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78D35C-43D5-4A60-8DE5-7BA46B2654D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283AC14-4E3E-4D35-A015-3BDE71A7A8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854EBF-05AC-4138-95F6-86E4A5CF98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148EC6-AF2B-40A9-B180-883286C470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A264FC-5BBD-4D75-9279-0850DDDCA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469126-28B9-4934-B97F-68D80295A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960944-3991-45CE-A9F5-9DE98975D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4A483E-5507-4EB4-9B3D-8CCB7730B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184758F-30B1-4D24-9D05-5D82819488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ECEDC6-CC85-4FB2-B7E5-251FC8EBC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258FD7-5289-43D5-917B-D057584137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BE72F42-787C-4D0B-B676-4201996618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F92CDA4-4425-41CD-8D90-2FBE5C38944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5AC9A87-01F5-4684-B696-4824FC26E53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3C3AFD-ACE8-44CC-AAE0-4EB34E794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8E63BA-0D0D-43D7-A464-D75151D5E0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4A1764-9505-43BC-9296-016D9160CC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81FC4BE-0AB7-49EF-AE31-A8BFC81AE3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6F23F95-DE3B-4FA3-A3CE-CE16B0CD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27DAC08E-8D33-423E-8005-81BC313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d252f772643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40d3e1c094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7DFCB28-3313-4C6A-A3CC-2F60A1A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1222C951-732F-4451-A55C-0DCF5F2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d252f772643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40d3e1c094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A9B989-11DA-4532-976D-33AA1632D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71A57F6-7327-4540-BBF6-60B12206AF0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069435B-7916-4235-A8B8-31EDC74940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87d42d586f6d4e90" /><Relationship Type="http://schemas.openxmlformats.org/officeDocument/2006/relationships/image" Target="/ppt/media/image2.emf" Id="R83bafea4fd6f4647" /><Relationship Type="http://schemas.openxmlformats.org/officeDocument/2006/relationships/theme" Target="/ppt/slideMasters/theme/theme2.xml" Id="R54a753d2db474e99" /><Relationship Type="http://schemas.openxmlformats.org/officeDocument/2006/relationships/slideLayout" Target="/ppt/slideLayouts/slideLayout1.xml" Id="Rd2a3d14e71a6494a" /><Relationship Type="http://schemas.openxmlformats.org/officeDocument/2006/relationships/slideLayout" Target="/ppt/slideLayouts/slideLayout2.xml" Id="R1c69de6b6cf84067" /><Relationship Type="http://schemas.openxmlformats.org/officeDocument/2006/relationships/slideLayout" Target="/ppt/slideLayouts/slideLayout3.xml" Id="R5593882c6883499b" /><Relationship Type="http://schemas.openxmlformats.org/officeDocument/2006/relationships/slideLayout" Target="/ppt/slideLayouts/slideLayout4.xml" Id="R2da801bee61e4d1d" /><Relationship Type="http://schemas.openxmlformats.org/officeDocument/2006/relationships/slideLayout" Target="/ppt/slideLayouts/slideLayout5.xml" Id="Rc004bbb4d0f74939" /><Relationship Type="http://schemas.openxmlformats.org/officeDocument/2006/relationships/slideLayout" Target="/ppt/slideLayouts/slideLayout6.xml" Id="R832b255690fd4844" /><Relationship Type="http://schemas.openxmlformats.org/officeDocument/2006/relationships/slideLayout" Target="/ppt/slideLayouts/slideLayout7.xml" Id="R3fb23b56969941b7" /><Relationship Type="http://schemas.openxmlformats.org/officeDocument/2006/relationships/slideLayout" Target="/ppt/slideLayouts/slideLayout8.xml" Id="Rb669db6aab574740" /><Relationship Type="http://schemas.openxmlformats.org/officeDocument/2006/relationships/slideLayout" Target="/ppt/slideLayouts/slideLayout9.xml" Id="Rc2bf97ced8a4402d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524D06-3A6F-4B3E-8E43-AA6DF1E74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2B0AE0-5D23-4EA7-9411-14062672D1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1554D54-C325-4991-9681-1794125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EFB53B93-A64A-4E1C-84D5-1243418C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42d586f6d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afea4fd6f4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9105BF7-D8D5-4864-983E-3A0AEDC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787769A8-01BA-4687-9AD5-0A64BC11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42d586f6d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afea4fd6f4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a3d14e71a6494a"/>
    <p:sldLayoutId xmlns:r="http://schemas.openxmlformats.org/officeDocument/2006/relationships" id="2147483650" r:id="R1c69de6b6cf84067"/>
    <p:sldLayoutId xmlns:r="http://schemas.openxmlformats.org/officeDocument/2006/relationships" id="2147483651" r:id="R5593882c6883499b"/>
    <p:sldLayoutId xmlns:r="http://schemas.openxmlformats.org/officeDocument/2006/relationships" id="2147483652" r:id="R2da801bee61e4d1d"/>
    <p:sldLayoutId xmlns:r="http://schemas.openxmlformats.org/officeDocument/2006/relationships" id="2147483653" r:id="Rc004bbb4d0f74939"/>
    <p:sldLayoutId xmlns:r="http://schemas.openxmlformats.org/officeDocument/2006/relationships" id="2147483654" r:id="R832b255690fd4844"/>
    <p:sldLayoutId xmlns:r="http://schemas.openxmlformats.org/officeDocument/2006/relationships" id="2147483655" r:id="R3fb23b56969941b7"/>
    <p:sldLayoutId xmlns:r="http://schemas.openxmlformats.org/officeDocument/2006/relationships" id="2147483656" r:id="Rb669db6aab574740"/>
    <p:sldLayoutId xmlns:r="http://schemas.openxmlformats.org/officeDocument/2006/relationships" id="2147483657" r:id="Rc2bf97ced8a4402d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dca68fa244e31" /><Relationship Type="http://schemas.openxmlformats.org/officeDocument/2006/relationships/notesSlide" Target="/ppt/notesSlides/notesSlide1.xml" Id="R04c5280e22e749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8262af858447ce" /><Relationship Type="http://schemas.openxmlformats.org/officeDocument/2006/relationships/image" Target="/ppt/media/image.emf" Id="Re8119bee4d984884" /><Relationship Type="http://schemas.openxmlformats.org/officeDocument/2006/relationships/image" Target="/ppt/media/image2.emf" Id="Ra1552de1d5e24427" /><Relationship Type="http://schemas.openxmlformats.org/officeDocument/2006/relationships/notesSlide" Target="/ppt/notesSlides/notesSlide2.xml" Id="R1c09491d92b64c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f23cb7150243ad" /><Relationship Type="http://schemas.openxmlformats.org/officeDocument/2006/relationships/image" Target="/ppt/media/image.emf" Id="Ra1605a708a5d4e1c" /><Relationship Type="http://schemas.openxmlformats.org/officeDocument/2006/relationships/image" Target="/ppt/media/image2.emf" Id="R1e18ac38334b4cdb" /><Relationship Type="http://schemas.openxmlformats.org/officeDocument/2006/relationships/notesSlide" Target="/ppt/notesSlides/notesSlide3.xml" Id="R9feb5b1943aa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19b306449a4322" /><Relationship Type="http://schemas.openxmlformats.org/officeDocument/2006/relationships/image" Target="/ppt/media/image.emf" Id="Rf891dfd33e454b51" /><Relationship Type="http://schemas.openxmlformats.org/officeDocument/2006/relationships/image" Target="/ppt/media/image2.emf" Id="R7ada40ed46cb499b" /><Relationship Type="http://schemas.openxmlformats.org/officeDocument/2006/relationships/notesSlide" Target="/ppt/notesSlides/notesSlide4.xml" Id="R1ccdbbfc503440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783b8dc4ab4f57" /><Relationship Type="http://schemas.openxmlformats.org/officeDocument/2006/relationships/image" Target="/ppt/media/image.emf" Id="R0ab076daa56043f3" /><Relationship Type="http://schemas.openxmlformats.org/officeDocument/2006/relationships/image" Target="/ppt/media/image2.emf" Id="R8fe71251410d4928" /><Relationship Type="http://schemas.openxmlformats.org/officeDocument/2006/relationships/notesSlide" Target="/ppt/notesSlides/notesSlide5.xml" Id="Rda6a01c47d014a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4e4a02f21047cc" /><Relationship Type="http://schemas.openxmlformats.org/officeDocument/2006/relationships/image" Target="/ppt/media/image.emf" Id="R553a3418a35d491c" /><Relationship Type="http://schemas.openxmlformats.org/officeDocument/2006/relationships/image" Target="/ppt/media/image2.emf" Id="Ra137cca66271444b" /><Relationship Type="http://schemas.openxmlformats.org/officeDocument/2006/relationships/notesSlide" Target="/ppt/notesSlides/notesSlide6.xml" Id="R83f930982a434d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5d2edb036e412b" /><Relationship Type="http://schemas.openxmlformats.org/officeDocument/2006/relationships/image" Target="/ppt/media/image.emf" Id="Rbbff42fa56484398" /><Relationship Type="http://schemas.openxmlformats.org/officeDocument/2006/relationships/image" Target="/ppt/media/image2.emf" Id="R980fc40297114a35" /><Relationship Type="http://schemas.openxmlformats.org/officeDocument/2006/relationships/notesSlide" Target="/ppt/notesSlides/notesSlide7.xml" Id="R595c574b5dd649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09c0e13eb7459f" /><Relationship Type="http://schemas.openxmlformats.org/officeDocument/2006/relationships/image" Target="/ppt/media/image.emf" Id="R0fd76763ddf34a3c" /><Relationship Type="http://schemas.openxmlformats.org/officeDocument/2006/relationships/image" Target="/ppt/media/image2.emf" Id="R1d68946adf554c9f" /><Relationship Type="http://schemas.openxmlformats.org/officeDocument/2006/relationships/notesSlide" Target="/ppt/notesSlides/notesSlide8.xml" Id="Ra16dcc868cee42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c2f81a231f4b98" /><Relationship Type="http://schemas.openxmlformats.org/officeDocument/2006/relationships/image" Target="/ppt/media/image.emf" Id="Rfce9ef14efcb47f6" /><Relationship Type="http://schemas.openxmlformats.org/officeDocument/2006/relationships/image" Target="/ppt/media/image2.emf" Id="R7db48f31404a4074" /><Relationship Type="http://schemas.openxmlformats.org/officeDocument/2006/relationships/notesSlide" Target="/ppt/notesSlides/notesSlide9.xml" Id="R475d59b0e74542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50bf1f409b48ab" /><Relationship Type="http://schemas.openxmlformats.org/officeDocument/2006/relationships/image" Target="/ppt/media/image.emf" Id="R722f74bd75804d6c" /><Relationship Type="http://schemas.openxmlformats.org/officeDocument/2006/relationships/image" Target="/ppt/media/image2.emf" Id="R91a7428c5e144137" /><Relationship Type="http://schemas.openxmlformats.org/officeDocument/2006/relationships/notesSlide" Target="/ppt/notesSlides/notesSlide10.xml" Id="R0517f3b34a3340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6: Front-end Fundamentals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HTML5, CSS3, JavaScript, Vue.js/React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Structure web pages with semantic HTML5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Style pages with CSS3 (Flexbox, Grid, responsive design)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Write modern JavaScript (ES6+ syntax)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 component-based UI with Vue.js/React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Design and conduct a simple usability test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19bee4d984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52de1d5e2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HTML5: The Structure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Building the skeleton of a web page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HTML = HyperText Markup Language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Semantic elements: &lt;header&gt;, &lt;nav&gt;, &lt;main&gt;, &lt;section&gt;, &lt;article&gt;, &lt;footer&gt;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Forms: &lt;input&gt;, &lt;select&gt;, &lt;textarea&gt;, &lt;button&gt;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Attributes: id, class, data-*, aria-*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Best practices: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Use semantic tags for accessibility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One &lt;h1&gt; per page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Alt text for images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Valid HTML (validator.w3.org)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05a708a5d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8ac38334b4c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CSS3: The Style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Making pages look good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Selectors: class (.), id (#), element, attribute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Box model: content, padding, border, margin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Flexbox: one-dimensional layout (display: flex)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Grid: two-dimensional layout (display: grid)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Responsive design: media queries, rem, %, vw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CSS variables: --primary-color: #007bff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Frameworks: Tailwind CSS, Bootstrap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Tools: Chrome DevTools for debugging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1dfd33e454b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a40ed46cb49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JavaScript (ES6+)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Adding interactivity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Variables: const (immutable), let (mutable)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Arrow functions: (x) =&gt; x * 2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Template literals: `Hello ${name}`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Destructuring: const { name, age } = person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Spread operator: [...arr1, ...arr2]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Promises &amp; async/await: handling async operations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DOM: document.querySelector(), addEventListener()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Fetch API: making HTTP requests from the browser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076daa56043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71251410d49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Intro to Vue.js &amp; React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Component-based UI design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Components: reusable UI pieces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Props: data passed from parent to child component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State: data that changes over time (useState in React, ref() in Vue)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React: JSX (HTML in JS), virtual DOM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Vue: template syntax, directives (v-for, v-if, v-model)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Both: unidirectional data flow, component lifecycle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Which to choose? React = bigger ecosystem; Vue = gentler learning curve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a3418a35d49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7cca6627144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Basic HCI Principles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Designing for humans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HCI = Human-Computer Interaction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principles: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Consistency: similar actions produce similar results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Feedback: users know what's happening (loading spinners)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Affordance: visual cues suggest how to interact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Error prevention: validate inputs before submission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Accessibility: WCAG guidelines for all users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Usability testing: watch real users, identify pain points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f42fa56484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fc40297114a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Component Design System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Use AI to generate reusable components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Generate a React button component with variants (primary, secondary, danger)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outputs boilerplate component code + CSS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Can also generate Storybook stories for documentation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Refine: adjust colors, spacing, hover states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as design system starter: generates consistent components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Review for accessibility (keyboard navigation, ARIA labels)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76763ddf3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8946adf554c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User-Centric Thinking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Conduct a simple usability test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Design a simple survey form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Build a quick prototype (paper sketch or simple HTML)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Have 2 classmates try to complete a task on your 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Observe without helping: Where do they hesitate?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Collect feedback and iterate on the design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Users != developers. What seems obvious to you may not be to them.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9ef14efcb47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48f31404a40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203DDB-5ACB-49AC-B9EC-7D4354730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98B31F-D6DC-4884-B764-0DE567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AA469-C0D9-4623-B383-62C0AD2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6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DED699-DCD6-4F60-A150-3F9609D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HTML5 provides semantic structure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CSS3 (Flexbox/Grid) creates responsive layouts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JavaScript (ES6+) adds interactivity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Vue.js and React enable component-based architecture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HCI principles make apps usable for real people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Back-end Development &amp; API Integration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Build a reusable UI component library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BFE0F52-2C44-4FBC-8D39-28BBAB7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2C93CA-42BA-463D-901E-36DC88D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f74bd7580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7428c5e144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2026-07-14T12:46:58.6300000Z</dcterms:created>
  <dcterms:modified xsi:type="dcterms:W3CDTF">2026-07-14T12:46:58.6300000Z</dcterms:modified>
</coreProperties>
</file>