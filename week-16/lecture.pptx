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e72abc445a4827" /><Relationship Type="http://schemas.openxmlformats.org/officeDocument/2006/relationships/extended-properties" Target="/docProps/app.xml" Id="R63c9fa33c3694782" /><Relationship Type="http://schemas.openxmlformats.org/officeDocument/2006/relationships/officeDocument" Target="/ppt/presentation.xml" Id="R9f9902e0038346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ea078f7f9b4a76"/>
  </p:sldMasterIdLst>
  <p:notesMasterIdLst>
    <p:notesMasterId xmlns:r="http://schemas.openxmlformats.org/officeDocument/2006/relationships" r:id="Rd738d8a49b034ad2"/>
  </p:notesMasterIdLst>
  <p:sldIdLst>
    <p:sldId xmlns:r="http://schemas.openxmlformats.org/officeDocument/2006/relationships" id="256" r:id="R53dd33247479432a"/>
    <p:sldId xmlns:r="http://schemas.openxmlformats.org/officeDocument/2006/relationships" id="257" r:id="R99374cf9efc74f39"/>
    <p:sldId xmlns:r="http://schemas.openxmlformats.org/officeDocument/2006/relationships" id="258" r:id="Ra0298cebc6d94a2f"/>
    <p:sldId xmlns:r="http://schemas.openxmlformats.org/officeDocument/2006/relationships" id="259" r:id="R7e7ae25c468e464f"/>
    <p:sldId xmlns:r="http://schemas.openxmlformats.org/officeDocument/2006/relationships" id="260" r:id="R585754c94168417a"/>
    <p:sldId xmlns:r="http://schemas.openxmlformats.org/officeDocument/2006/relationships" id="261" r:id="R5ca0ed4d320f4cf7"/>
    <p:sldId xmlns:r="http://schemas.openxmlformats.org/officeDocument/2006/relationships" id="262" r:id="R27efc9b150644551"/>
    <p:sldId xmlns:r="http://schemas.openxmlformats.org/officeDocument/2006/relationships" id="263" r:id="R9c69b5042f014058"/>
    <p:sldId xmlns:r="http://schemas.openxmlformats.org/officeDocument/2006/relationships" id="264" r:id="R4c56f40b0d4746dc"/>
    <p:sldId xmlns:r="http://schemas.openxmlformats.org/officeDocument/2006/relationships" id="265" r:id="R66be4066e96641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e5c4f4de214cac" /><Relationship Type="http://schemas.openxmlformats.org/officeDocument/2006/relationships/slideMaster" Target="/ppt/slideMasters/slideMaster1.xml" Id="R8cea078f7f9b4a76" /><Relationship Type="http://schemas.openxmlformats.org/officeDocument/2006/relationships/notesMaster" Target="/ppt/notesMasters/notesMaster1.xml" Id="Rd738d8a49b034ad2" /><Relationship Type="http://schemas.openxmlformats.org/officeDocument/2006/relationships/presProps" Target="/ppt/presProps.xml" Id="R356109ea1a9a4262" /><Relationship Type="http://schemas.openxmlformats.org/officeDocument/2006/relationships/viewProps" Target="/ppt/viewProps.xml" Id="R9894fb4b83a54ef6" /><Relationship Type="http://schemas.openxmlformats.org/officeDocument/2006/relationships/tableStyles" Target="/ppt/tableStyles.xml" Id="R328814d63cdf4d73" /><Relationship Type="http://schemas.openxmlformats.org/officeDocument/2006/relationships/slide" Target="/ppt/slides/slide1.xml" Id="R53dd33247479432a" /><Relationship Type="http://schemas.openxmlformats.org/officeDocument/2006/relationships/slide" Target="/ppt/slides/slide2.xml" Id="R99374cf9efc74f39" /><Relationship Type="http://schemas.openxmlformats.org/officeDocument/2006/relationships/slide" Target="/ppt/slides/slide3.xml" Id="Ra0298cebc6d94a2f" /><Relationship Type="http://schemas.openxmlformats.org/officeDocument/2006/relationships/slide" Target="/ppt/slides/slide4.xml" Id="R7e7ae25c468e464f" /><Relationship Type="http://schemas.openxmlformats.org/officeDocument/2006/relationships/slide" Target="/ppt/slides/slide5.xml" Id="R585754c94168417a" /><Relationship Type="http://schemas.openxmlformats.org/officeDocument/2006/relationships/slide" Target="/ppt/slides/slide6.xml" Id="R5ca0ed4d320f4cf7" /><Relationship Type="http://schemas.openxmlformats.org/officeDocument/2006/relationships/slide" Target="/ppt/slides/slide7.xml" Id="R27efc9b150644551" /><Relationship Type="http://schemas.openxmlformats.org/officeDocument/2006/relationships/slide" Target="/ppt/slides/slide8.xml" Id="R9c69b5042f014058" /><Relationship Type="http://schemas.openxmlformats.org/officeDocument/2006/relationships/slide" Target="/ppt/slides/slide9.xml" Id="R4c56f40b0d4746dc" /><Relationship Type="http://schemas.openxmlformats.org/officeDocument/2006/relationships/slide" Target="/ppt/slides/slide10.xml" Id="R66be4066e96641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a1b5fd2da74d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a960be5fda43ee" /><Relationship Type="http://schemas.openxmlformats.org/officeDocument/2006/relationships/notesMaster" Target="/ppt/notesMasters/notesMaster1.xml" Id="Rb0e3c04d4b5d4a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94ddcf81474f0b" /><Relationship Type="http://schemas.openxmlformats.org/officeDocument/2006/relationships/notesMaster" Target="/ppt/notesMasters/notesMaster1.xml" Id="R9e24bc0802a64e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0047df436d428b" /><Relationship Type="http://schemas.openxmlformats.org/officeDocument/2006/relationships/notesMaster" Target="/ppt/notesMasters/notesMaster1.xml" Id="R5d1b8c6ce3014b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e46bdbe9b64281" /><Relationship Type="http://schemas.openxmlformats.org/officeDocument/2006/relationships/notesMaster" Target="/ppt/notesMasters/notesMaster1.xml" Id="Rabb3423bbb324e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da6f660aca4c2d" /><Relationship Type="http://schemas.openxmlformats.org/officeDocument/2006/relationships/notesMaster" Target="/ppt/notesMasters/notesMaster1.xml" Id="R8770be1523f448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70b79adbea46ba" /><Relationship Type="http://schemas.openxmlformats.org/officeDocument/2006/relationships/notesMaster" Target="/ppt/notesMasters/notesMaster1.xml" Id="R912819032fcc4f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8fc56f21374d25" /><Relationship Type="http://schemas.openxmlformats.org/officeDocument/2006/relationships/notesMaster" Target="/ppt/notesMasters/notesMaster1.xml" Id="R66dd9603035840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ed6f435f8b41b6" /><Relationship Type="http://schemas.openxmlformats.org/officeDocument/2006/relationships/notesMaster" Target="/ppt/notesMasters/notesMaster1.xml" Id="R992eaffd6cc747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949bbdaa4340c2" /><Relationship Type="http://schemas.openxmlformats.org/officeDocument/2006/relationships/notesMaster" Target="/ppt/notesMasters/notesMaster1.xml" Id="R4a75702a777141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530c573bda4ccf" /><Relationship Type="http://schemas.openxmlformats.org/officeDocument/2006/relationships/notesMaster" Target="/ppt/notesMasters/notesMaster1.xml" Id="Rbcc0a7f5437144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62d60d74641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7b2a6c8da47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63dfb98df4b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2c011861b43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c0a7f939143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7133d71e34df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f23f9303e4e90" /><Relationship Type="http://schemas.openxmlformats.org/officeDocument/2006/relationships/image" Target="/ppt/media/image.emf" Id="Recae7687d6e34998" /><Relationship Type="http://schemas.openxmlformats.org/officeDocument/2006/relationships/image" Target="/ppt/media/image2.emf" Id="R193cd5ccd4164e9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6eef8fd0b439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b388f38024d7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C00F86-3E63-44FC-BED3-71FF9F1DA6C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F8292D5-97B3-4BEA-BFBD-AC16AAA95C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78A79C-7EDF-49DF-880B-65507A371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5B425B-8FDB-4B8F-8E3F-E415406B2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A3160D-B477-4A0F-828A-FF43058DBE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C5C53F-0AE3-46CD-A6C6-BA7CB743AF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101B77-0FD6-4657-B622-29BC61089C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9C5A73-D461-4360-9687-D8E0B2AA8F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4283434-1CA7-4BF5-8526-45F74F993F6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413EA0-DAB6-4A0D-A20E-4B3DFFFF31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96447E-BFF8-49BE-BFB1-EE3E87E758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5D7F69A-6334-4C8A-BB34-E91D95271E8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9ADF21C-AB67-4488-982F-12F39D20DC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7C782D1-7A17-41CE-8391-AF8C2D9F1E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A62D2B-46B9-4CEB-94B2-2DA6DB6B3B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70DCD2-2433-461D-9074-83ED6012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A71983B-8C47-4379-827F-3B720F83AC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C473A77-E8FD-40E1-AEA5-05F6EEB694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E3A677-B74B-4A0F-BF48-B174AD18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E8643B31-7097-492A-BCD1-D8B0B3EF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e7687d6e349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cd5ccd4164e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317A390-7683-4A89-BD13-0CED98AE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B7639C87-19BE-4FB0-9707-03533A6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e7687d6e349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cd5ccd4164e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512D09-C60C-4886-BDD8-A16AA6035C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1118D7-D3A9-432F-A5A3-E73900A3CBE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F013A45-AC45-4389-8E32-D7E0B0939C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27c12290550a4080" /><Relationship Type="http://schemas.openxmlformats.org/officeDocument/2006/relationships/image" Target="/ppt/media/image2.emf" Id="R843b47e439be4981" /><Relationship Type="http://schemas.openxmlformats.org/officeDocument/2006/relationships/theme" Target="/ppt/slideMasters/theme/theme2.xml" Id="R63e3e55dbce64b68" /><Relationship Type="http://schemas.openxmlformats.org/officeDocument/2006/relationships/slideLayout" Target="/ppt/slideLayouts/slideLayout1.xml" Id="R6da43016d2984a90" /><Relationship Type="http://schemas.openxmlformats.org/officeDocument/2006/relationships/slideLayout" Target="/ppt/slideLayouts/slideLayout2.xml" Id="R6db7d5a232594394" /><Relationship Type="http://schemas.openxmlformats.org/officeDocument/2006/relationships/slideLayout" Target="/ppt/slideLayouts/slideLayout3.xml" Id="Rf43ab1457f3847ce" /><Relationship Type="http://schemas.openxmlformats.org/officeDocument/2006/relationships/slideLayout" Target="/ppt/slideLayouts/slideLayout4.xml" Id="R7457f7679d73465f" /><Relationship Type="http://schemas.openxmlformats.org/officeDocument/2006/relationships/slideLayout" Target="/ppt/slideLayouts/slideLayout5.xml" Id="Rdba180b9b6404b31" /><Relationship Type="http://schemas.openxmlformats.org/officeDocument/2006/relationships/slideLayout" Target="/ppt/slideLayouts/slideLayout6.xml" Id="Rb19fa6e5970c4e62" /><Relationship Type="http://schemas.openxmlformats.org/officeDocument/2006/relationships/slideLayout" Target="/ppt/slideLayouts/slideLayout7.xml" Id="Rccd45e8cb3ed49b2" /><Relationship Type="http://schemas.openxmlformats.org/officeDocument/2006/relationships/slideLayout" Target="/ppt/slideLayouts/slideLayout8.xml" Id="Re4ca86e223954ee9" /><Relationship Type="http://schemas.openxmlformats.org/officeDocument/2006/relationships/slideLayout" Target="/ppt/slideLayouts/slideLayout9.xml" Id="R6742461686914c25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338E032-C98F-436F-8AAF-E02292BE5F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724B59-92BD-4AEA-92E6-E6910747A1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F71D9A3-9BBB-454E-B3F8-B2581A42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F828D069-081C-4329-B8C1-D1F83FFC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12290550a40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b47e439be49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3B42483-0764-4E13-81FA-2EE1D9E1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E14D3644-5AFC-4BFC-AD23-6F1CCC42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12290550a40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b47e439be49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a43016d2984a90"/>
    <p:sldLayoutId xmlns:r="http://schemas.openxmlformats.org/officeDocument/2006/relationships" id="2147483650" r:id="R6db7d5a232594394"/>
    <p:sldLayoutId xmlns:r="http://schemas.openxmlformats.org/officeDocument/2006/relationships" id="2147483651" r:id="Rf43ab1457f3847ce"/>
    <p:sldLayoutId xmlns:r="http://schemas.openxmlformats.org/officeDocument/2006/relationships" id="2147483652" r:id="R7457f7679d73465f"/>
    <p:sldLayoutId xmlns:r="http://schemas.openxmlformats.org/officeDocument/2006/relationships" id="2147483653" r:id="Rdba180b9b6404b31"/>
    <p:sldLayoutId xmlns:r="http://schemas.openxmlformats.org/officeDocument/2006/relationships" id="2147483654" r:id="Rb19fa6e5970c4e62"/>
    <p:sldLayoutId xmlns:r="http://schemas.openxmlformats.org/officeDocument/2006/relationships" id="2147483655" r:id="Rccd45e8cb3ed49b2"/>
    <p:sldLayoutId xmlns:r="http://schemas.openxmlformats.org/officeDocument/2006/relationships" id="2147483656" r:id="Re4ca86e223954ee9"/>
    <p:sldLayoutId xmlns:r="http://schemas.openxmlformats.org/officeDocument/2006/relationships" id="2147483657" r:id="R6742461686914c25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a18b788f141d7" /><Relationship Type="http://schemas.openxmlformats.org/officeDocument/2006/relationships/notesSlide" Target="/ppt/notesSlides/notesSlide1.xml" Id="Rd6d7bf4a477b4b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dd52963ff9407b" /><Relationship Type="http://schemas.openxmlformats.org/officeDocument/2006/relationships/image" Target="/ppt/media/image.emf" Id="Rda336668f3bc45aa" /><Relationship Type="http://schemas.openxmlformats.org/officeDocument/2006/relationships/image" Target="/ppt/media/image2.emf" Id="R9f36016a5b564860" /><Relationship Type="http://schemas.openxmlformats.org/officeDocument/2006/relationships/notesSlide" Target="/ppt/notesSlides/notesSlide2.xml" Id="R5f5b075e65214b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b82a4f724e4c95" /><Relationship Type="http://schemas.openxmlformats.org/officeDocument/2006/relationships/image" Target="/ppt/media/image.emf" Id="R16374d05be964d8d" /><Relationship Type="http://schemas.openxmlformats.org/officeDocument/2006/relationships/image" Target="/ppt/media/image2.emf" Id="Re096fe9251324509" /><Relationship Type="http://schemas.openxmlformats.org/officeDocument/2006/relationships/notesSlide" Target="/ppt/notesSlides/notesSlide3.xml" Id="R94a999d33c754c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5767fd4a584621" /><Relationship Type="http://schemas.openxmlformats.org/officeDocument/2006/relationships/image" Target="/ppt/media/image.emf" Id="R21dd8e037cd44341" /><Relationship Type="http://schemas.openxmlformats.org/officeDocument/2006/relationships/image" Target="/ppt/media/image2.emf" Id="Rb202487161044724" /><Relationship Type="http://schemas.openxmlformats.org/officeDocument/2006/relationships/notesSlide" Target="/ppt/notesSlides/notesSlide4.xml" Id="R94e521e9004d48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bb2063c791476b" /><Relationship Type="http://schemas.openxmlformats.org/officeDocument/2006/relationships/image" Target="/ppt/media/image.emf" Id="R147db3b1d84a4d33" /><Relationship Type="http://schemas.openxmlformats.org/officeDocument/2006/relationships/image" Target="/ppt/media/image2.emf" Id="R41a16f7eac1841e4" /><Relationship Type="http://schemas.openxmlformats.org/officeDocument/2006/relationships/notesSlide" Target="/ppt/notesSlides/notesSlide5.xml" Id="R242fa46bfee64f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a6874c06e84255" /><Relationship Type="http://schemas.openxmlformats.org/officeDocument/2006/relationships/image" Target="/ppt/media/image.emf" Id="Red210cbf03b64401" /><Relationship Type="http://schemas.openxmlformats.org/officeDocument/2006/relationships/image" Target="/ppt/media/image2.emf" Id="R25105d94e7c54668" /><Relationship Type="http://schemas.openxmlformats.org/officeDocument/2006/relationships/notesSlide" Target="/ppt/notesSlides/notesSlide6.xml" Id="Rd46b8123b37a42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40bd5d33a84951" /><Relationship Type="http://schemas.openxmlformats.org/officeDocument/2006/relationships/image" Target="/ppt/media/image.emf" Id="Rd95fa472876e4405" /><Relationship Type="http://schemas.openxmlformats.org/officeDocument/2006/relationships/image" Target="/ppt/media/image2.emf" Id="Rcb07f4dbee414f14" /><Relationship Type="http://schemas.openxmlformats.org/officeDocument/2006/relationships/notesSlide" Target="/ppt/notesSlides/notesSlide7.xml" Id="R83a72e43effe4f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16bf15844a45fd" /><Relationship Type="http://schemas.openxmlformats.org/officeDocument/2006/relationships/image" Target="/ppt/media/image.emf" Id="Rbdcb81cd73084940" /><Relationship Type="http://schemas.openxmlformats.org/officeDocument/2006/relationships/image" Target="/ppt/media/image2.emf" Id="R1027627da4ff4b81" /><Relationship Type="http://schemas.openxmlformats.org/officeDocument/2006/relationships/notesSlide" Target="/ppt/notesSlides/notesSlide8.xml" Id="Ref88e85b46d946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30ce0bdfb14ef1" /><Relationship Type="http://schemas.openxmlformats.org/officeDocument/2006/relationships/image" Target="/ppt/media/image.emf" Id="Rea794d0a3f4a4aa0" /><Relationship Type="http://schemas.openxmlformats.org/officeDocument/2006/relationships/image" Target="/ppt/media/image2.emf" Id="Rded88aca4e224c6e" /><Relationship Type="http://schemas.openxmlformats.org/officeDocument/2006/relationships/notesSlide" Target="/ppt/notesSlides/notesSlide9.xml" Id="R7df1e656569c42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0bda979b8342b2" /><Relationship Type="http://schemas.openxmlformats.org/officeDocument/2006/relationships/image" Target="/ppt/media/image.emf" Id="Rc9ff809bf37e46b0" /><Relationship Type="http://schemas.openxmlformats.org/officeDocument/2006/relationships/image" Target="/ppt/media/image2.emf" Id="R88b4381b7f7e4fe5" /><Relationship Type="http://schemas.openxmlformats.org/officeDocument/2006/relationships/notesSlide" Target="/ppt/notesSlides/notesSlide10.xml" Id="R06808136d2f644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16: Vibe Coding, AI Agents &amp; Future Trends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Harness Engineering, Prompt Chaining, RAG Agents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F4B516C-EE8F-4B19-B7D4-3801BB09D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DF8ABE-240A-4946-BE8B-4D7B0445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AEAB9A-8DC5-49DF-9888-FD272EF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2C4E14C-B2DE-4863-A09C-AA23258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Explain the concept of 'vibe coding' and AI-native development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Design prompt chains for multi-step AI tasks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Understand harness engineering for LLM agents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Build a simple RAG agent with LangChain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Reflect on how AI changes the engineer's role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B0D053E-6A55-4C8D-90E2-1106000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BC5A356-EBC8-4868-A1FF-91E552C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36668f3bc45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6016a5b5648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F4B516C-EE8F-4B19-B7D4-3801BB09D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DF8ABE-240A-4946-BE8B-4D7B0445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is Vibe Coding?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AEAB9A-8DC5-49DF-9888-FD272EF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The new way of building software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2C4E14C-B2DE-4863-A09C-AA23258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Vibe coding = describing what you want in natural language, AI writes the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Shift from 'how to implement' to 'what to build'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Key skills for vibe coding: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Clear prompt engineering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Evaluating AI output critically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Knowing when AI is wrong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Architecture thinking (the AI can't make trade-off decisions for you)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It's NOT replacing developers; it's changing what developers do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B0D053E-6A55-4C8D-90E2-1106000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BC5A356-EBC8-4868-A1FF-91E552C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74d05be964d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6fe92513245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F4B516C-EE8F-4B19-B7D4-3801BB09D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DF8ABE-240A-4946-BE8B-4D7B0445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Harness Engineering for LLMs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AEAB9A-8DC5-49DF-9888-FD272EF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Building reliable AI-powered features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2C4E14C-B2DE-4863-A09C-AA23258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Harness: the infrastructure around an LLM to make it useful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Components: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Prompt template: structured instructions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Context: relevant data passed to the model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Output parser: extract structured data from LLM response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Error handling: retry, fallback, validate output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Guardrails: prevent harmful/off-topic responses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Logging: track inputs, outputs, costs, latency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B0D053E-6A55-4C8D-90E2-1106000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BC5A356-EBC8-4868-A1FF-91E552C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d8e037cd443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24871610447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F4B516C-EE8F-4B19-B7D4-3801BB09D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DF8ABE-240A-4946-BE8B-4D7B0445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Prompt Chaining &amp; Loop Engineering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AEAB9A-8DC5-49DF-9888-FD272EF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Multi-step AI workflows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2C4E14C-B2DE-4863-A09C-AA23258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 chaining: output of one prompt feeds into the next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 chain: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User asks: 'Write a Python function to sort a list'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Prompt 1: 'Generate the code'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Prompt 2: 'Generate unit tests for the code'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Prompt 3: 'Review the code for edge cases'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Loop engineering: iterative refinement (AI suggests, human reviews, repeat)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Benefits: better quality than single-shot prompting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Each step can be validated before proceeding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B0D053E-6A55-4C8D-90E2-1106000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BC5A356-EBC8-4868-A1FF-91E552C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db3b1d84a4d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16f7eac1841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F4B516C-EE8F-4B19-B7D4-3801BB09D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DF8ABE-240A-4946-BE8B-4D7B0445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Building with LangChain &amp; RAG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AEAB9A-8DC5-49DF-9888-FD272EF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Retrieval-Augmented Generation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2C4E14C-B2DE-4863-A09C-AA23258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RAG: provide relevant context to the LLM before answering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Without RAG: AI answers from its training data (may be outdated)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With RAG: AI answers based on YOUR documents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Components: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Document loader: load PDFs, websites, databases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Text splitter: chunk documents into pieces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Embeddings: convert text to vectors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Vector store: store embeddings (Chroma, Pinecone)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Retriever: find relevant chunks for a query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LangChain: popular framework for building RAG apps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B0D053E-6A55-4C8D-90E2-1106000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BC5A356-EBC8-4868-A1FF-91E552C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10cbf03b644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05d94e7c546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F4B516C-EE8F-4B19-B7D4-3801BB09D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DF8ABE-240A-4946-BE8B-4D7B0445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Agent Orchestration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AEAB9A-8DC5-49DF-9888-FD272EF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When AI can use tools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2C4E14C-B2DE-4863-A09C-AA23258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Agent: AI that can decide which tools to use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Tools an agent might use: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Search the web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Run Python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Query a database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Send an email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Call an API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ReAct pattern: Reasoning + Acting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Agent loop: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User asks a question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AI decides which tool to use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AI runs the tool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AI interprets the result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5. AI decides next action or provides final answer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 'Book a flight' = search flights, check availability, reserve, notify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B0D053E-6A55-4C8D-90E2-1106000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BC5A356-EBC8-4868-A1FF-91E552C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fa472876e44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7f4dbee414f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F4B516C-EE8F-4B19-B7D4-3801BB09D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DF8ABE-240A-4946-BE8B-4D7B0445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Build a Streamlit RAG Agent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AEAB9A-8DC5-49DF-9888-FD272EF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Hands-on: Your first AI agent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2C4E14C-B2DE-4863-A09C-AA23258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We'll build: A simple Streamlit agent that answers questions about a PDF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Steps: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pip install streamlit langchain chromadb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Load PDF -&gt; split into chunks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Create embeddings -&gt; store in Chroma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Build a retriever -&gt; connect to LLM (OpenAI/Claude)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5. Streamlit UI: upload PDF, ask questions, get answers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Result: A working RAG agent in &lt; 50 lines of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This is your capstone project base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B0D053E-6A55-4C8D-90E2-1106000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BC5A356-EBC8-4868-A1FF-91E552C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b81cd730849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7627da4ff4b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F4B516C-EE8F-4B19-B7D4-3801BB09D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DF8ABE-240A-4946-BE8B-4D7B0445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Adaptability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AEAB9A-8DC5-49DF-9888-FD272EF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AI changes the engineer's role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2C4E14C-B2DE-4863-A09C-AA23258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Write a 1-page personal learning plan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Questions to reflect on: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What skills will be MORE valuable with AI? (Architecture, testing, communication)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What skills will be LESS valuable? (Boilerplate coding, syntax memorization)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How will you adapt in the next 1-2 years?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Group discussion: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Will AI replace junior developers? Or make them more productive?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How do you stay relevant as AI capabilities grow?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Lesson: Adaptability is the most important skill for any engineer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B0D053E-6A55-4C8D-90E2-1106000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BC5A356-EBC8-4868-A1FF-91E552C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94d0a3f4a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88aca4e224c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F4B516C-EE8F-4B19-B7D4-3801BB09D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DF8ABE-240A-4946-BE8B-4D7B0445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Course Wrap-Up &amp; Summary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AEAB9A-8DC5-49DF-9888-FD272EF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you've learned in 16 weeks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2C4E14C-B2DE-4863-A09C-AA23258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Weeks 1-3: Foundations - environment, requirements, UML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Weeks 4-7: Core engineering - architecture, SOLID, full-stack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Weeks 8-10: Quality - testing, CI/CD, open source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Weeks 11-14: Management - Scrum, risk, Git, security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Weeks 15-16: Future - tech debt, AI agents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Key takeaway: Software engineering is NOT just coding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It's about: communication, design, quality, ethics, and adaptability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is a tool, not a replacement. You are still the engineer.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Good luck in your careers!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B0D053E-6A55-4C8D-90E2-1106000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5BC5A356-EBC8-4868-A1FF-91E552C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f809bf37e46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4381b7f7e4f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2026-07-14T12:47:04.9320000Z</dcterms:created>
  <dcterms:modified xsi:type="dcterms:W3CDTF">2026-07-14T12:47:04.9320000Z</dcterms:modified>
</coreProperties>
</file>