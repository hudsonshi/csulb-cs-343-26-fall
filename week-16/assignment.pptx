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399bc59d06484c" /><Relationship Type="http://schemas.openxmlformats.org/officeDocument/2006/relationships/extended-properties" Target="/docProps/app.xml" Id="Rcfcf76310a724e70" /><Relationship Type="http://schemas.openxmlformats.org/officeDocument/2006/relationships/officeDocument" Target="/ppt/presentation.xml" Id="R7f61308353de41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65bad303ff4e92"/>
  </p:sldMasterIdLst>
  <p:notesMasterIdLst>
    <p:notesMasterId xmlns:r="http://schemas.openxmlformats.org/officeDocument/2006/relationships" r:id="R0fc591d6e4664918"/>
  </p:notesMasterIdLst>
  <p:sldIdLst>
    <p:sldId xmlns:r="http://schemas.openxmlformats.org/officeDocument/2006/relationships" id="256" r:id="Rc6d134f96e8b4bb9"/>
    <p:sldId xmlns:r="http://schemas.openxmlformats.org/officeDocument/2006/relationships" id="257" r:id="R2e6ab74d34df4c2d"/>
    <p:sldId xmlns:r="http://schemas.openxmlformats.org/officeDocument/2006/relationships" id="258" r:id="R1a056d4bd90045bf"/>
    <p:sldId xmlns:r="http://schemas.openxmlformats.org/officeDocument/2006/relationships" id="259" r:id="Rda59269853bd43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500b125304f12" /><Relationship Type="http://schemas.openxmlformats.org/officeDocument/2006/relationships/slideMaster" Target="/ppt/slideMasters/slideMaster1.xml" Id="Rae65bad303ff4e92" /><Relationship Type="http://schemas.openxmlformats.org/officeDocument/2006/relationships/notesMaster" Target="/ppt/notesMasters/notesMaster1.xml" Id="R0fc591d6e4664918" /><Relationship Type="http://schemas.openxmlformats.org/officeDocument/2006/relationships/presProps" Target="/ppt/presProps.xml" Id="R8cb4d9fdab1e4850" /><Relationship Type="http://schemas.openxmlformats.org/officeDocument/2006/relationships/viewProps" Target="/ppt/viewProps.xml" Id="R061a438f8d5c47b5" /><Relationship Type="http://schemas.openxmlformats.org/officeDocument/2006/relationships/tableStyles" Target="/ppt/tableStyles.xml" Id="Rb6cd9bc705c9466b" /><Relationship Type="http://schemas.openxmlformats.org/officeDocument/2006/relationships/slide" Target="/ppt/slides/slide1.xml" Id="Rc6d134f96e8b4bb9" /><Relationship Type="http://schemas.openxmlformats.org/officeDocument/2006/relationships/slide" Target="/ppt/slides/slide2.xml" Id="R2e6ab74d34df4c2d" /><Relationship Type="http://schemas.openxmlformats.org/officeDocument/2006/relationships/slide" Target="/ppt/slides/slide3.xml" Id="R1a056d4bd90045bf" /><Relationship Type="http://schemas.openxmlformats.org/officeDocument/2006/relationships/slide" Target="/ppt/slides/slide4.xml" Id="Rda59269853bd43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02c05d00ba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e7ddaf69c347e0" /><Relationship Type="http://schemas.openxmlformats.org/officeDocument/2006/relationships/notesMaster" Target="/ppt/notesMasters/notesMaster1.xml" Id="R9cbcf9d84183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7f89a206d847c7" /><Relationship Type="http://schemas.openxmlformats.org/officeDocument/2006/relationships/notesMaster" Target="/ppt/notesMasters/notesMaster1.xml" Id="Raa14d44bf67c47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3860f45a084747" /><Relationship Type="http://schemas.openxmlformats.org/officeDocument/2006/relationships/notesMaster" Target="/ppt/notesMasters/notesMaster1.xml" Id="Rf8c0270a981744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e5540cab6c46fb" /><Relationship Type="http://schemas.openxmlformats.org/officeDocument/2006/relationships/notesMaster" Target="/ppt/notesMasters/notesMaster1.xml" Id="R53a3a412165b42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3c74f2b0c46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71fda735744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d31a2556243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da25e77c94f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e19bc48c941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1921a02ff49f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a2d21ea9a4e2a" /><Relationship Type="http://schemas.openxmlformats.org/officeDocument/2006/relationships/image" Target="/ppt/media/image.emf" Id="R09f01841d2cc4c1c" /><Relationship Type="http://schemas.openxmlformats.org/officeDocument/2006/relationships/image" Target="/ppt/media/image2.emf" Id="Rf53b927e07194d2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d3413ecdf44b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8d19ed1e84ca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6997B6-594C-409E-BB0C-9CD48AD6B8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BA38F82-7F24-4EBE-AF94-57C07BEFB2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0CD201-D455-4D9D-9E5E-ECBCAE774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03ABF32-E8FA-4A12-A499-942617CC66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1FC6B7-D17C-48F2-96CF-C0CFF21BF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2047C6-3852-49DC-9077-E4B8657799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062835-38D4-41D3-B4F7-6589F7AD1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114B73-127D-4EE5-838D-9D0D99C8D3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EC58FB-DCDC-4784-B85D-A3D9394368E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85CBCA-F8B7-4329-B69B-3009515FD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EC2339-D5BA-49DB-BF17-A2E468CF98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3DA7162-69F1-4F15-B21C-84040F24AEC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97CEA05-86BC-4C56-86F8-4604935EB54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60CA25E-3F0D-4156-A4C5-C91FD8B7301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B6E706-3634-4C16-80BE-D1C080549C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B6B7E6-7811-4740-9DCA-98D0BDE445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6D9869-23CF-4959-87FD-5D27A3DFE5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D05C0C-4E9E-4648-BA23-3E05D1DC66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73176DF-080E-4517-A382-8AC44CD6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7623B44F-3805-4B2D-AE30-331B4382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01841d2cc4c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b927e0719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36BE470-5B8D-414B-B58D-E78BD2C9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F3441AB2-9E99-4A99-B1DF-423A8CE5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01841d2cc4c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b927e0719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968468-49A5-4745-91B4-E4BFF2B78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43ED687-9C09-48FF-9796-EF93D13E9FA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A973023-A8C0-494D-92F9-92531A335C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ca1753f4d1614582" /><Relationship Type="http://schemas.openxmlformats.org/officeDocument/2006/relationships/image" Target="/ppt/media/image2.emf" Id="R16dde7a1bbad4fac" /><Relationship Type="http://schemas.openxmlformats.org/officeDocument/2006/relationships/theme" Target="/ppt/slideMasters/theme/theme2.xml" Id="R4caeda4ff3304507" /><Relationship Type="http://schemas.openxmlformats.org/officeDocument/2006/relationships/slideLayout" Target="/ppt/slideLayouts/slideLayout1.xml" Id="R7c03751562804c79" /><Relationship Type="http://schemas.openxmlformats.org/officeDocument/2006/relationships/slideLayout" Target="/ppt/slideLayouts/slideLayout2.xml" Id="Re8a2300d5d8c40a9" /><Relationship Type="http://schemas.openxmlformats.org/officeDocument/2006/relationships/slideLayout" Target="/ppt/slideLayouts/slideLayout3.xml" Id="Rf234b157e4bb431e" /><Relationship Type="http://schemas.openxmlformats.org/officeDocument/2006/relationships/slideLayout" Target="/ppt/slideLayouts/slideLayout4.xml" Id="R67b5630f97c749dc" /><Relationship Type="http://schemas.openxmlformats.org/officeDocument/2006/relationships/slideLayout" Target="/ppt/slideLayouts/slideLayout5.xml" Id="Ra71b90b9927242f7" /><Relationship Type="http://schemas.openxmlformats.org/officeDocument/2006/relationships/slideLayout" Target="/ppt/slideLayouts/slideLayout6.xml" Id="R22412cd9ccdb4fe9" /><Relationship Type="http://schemas.openxmlformats.org/officeDocument/2006/relationships/slideLayout" Target="/ppt/slideLayouts/slideLayout7.xml" Id="Rcf4cca73c3fd4c9d" /><Relationship Type="http://schemas.openxmlformats.org/officeDocument/2006/relationships/slideLayout" Target="/ppt/slideLayouts/slideLayout8.xml" Id="R26e870e3fe164b3e" /><Relationship Type="http://schemas.openxmlformats.org/officeDocument/2006/relationships/slideLayout" Target="/ppt/slideLayouts/slideLayout9.xml" Id="Rad5f420022fb4fcb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2B549B6-B4D1-420B-AE4C-95A53169F8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5DBECA-EC4C-4167-91EF-D3539995A7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37CC8C3-136B-4591-ABD4-ADF63B06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401E541A-8892-4628-82E8-F18DE3D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753f4d161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de7a1bbad4f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B7DF70E-C351-48B6-AF34-0E4B49C7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1DC518D6-95EF-466B-9849-0EB1CE9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753f4d161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de7a1bbad4f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3751562804c79"/>
    <p:sldLayoutId xmlns:r="http://schemas.openxmlformats.org/officeDocument/2006/relationships" id="2147483650" r:id="Re8a2300d5d8c40a9"/>
    <p:sldLayoutId xmlns:r="http://schemas.openxmlformats.org/officeDocument/2006/relationships" id="2147483651" r:id="Rf234b157e4bb431e"/>
    <p:sldLayoutId xmlns:r="http://schemas.openxmlformats.org/officeDocument/2006/relationships" id="2147483652" r:id="R67b5630f97c749dc"/>
    <p:sldLayoutId xmlns:r="http://schemas.openxmlformats.org/officeDocument/2006/relationships" id="2147483653" r:id="Ra71b90b9927242f7"/>
    <p:sldLayoutId xmlns:r="http://schemas.openxmlformats.org/officeDocument/2006/relationships" id="2147483654" r:id="R22412cd9ccdb4fe9"/>
    <p:sldLayoutId xmlns:r="http://schemas.openxmlformats.org/officeDocument/2006/relationships" id="2147483655" r:id="Rcf4cca73c3fd4c9d"/>
    <p:sldLayoutId xmlns:r="http://schemas.openxmlformats.org/officeDocument/2006/relationships" id="2147483656" r:id="R26e870e3fe164b3e"/>
    <p:sldLayoutId xmlns:r="http://schemas.openxmlformats.org/officeDocument/2006/relationships" id="2147483657" r:id="Rad5f420022fb4fcb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5332f9a6b4c27" /><Relationship Type="http://schemas.openxmlformats.org/officeDocument/2006/relationships/notesSlide" Target="/ppt/notesSlides/notesSlide1.xml" Id="R0abf3895da5e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3cd6243fab47d3" /><Relationship Type="http://schemas.openxmlformats.org/officeDocument/2006/relationships/image" Target="/ppt/media/image.emf" Id="R00923c6a04ab4193" /><Relationship Type="http://schemas.openxmlformats.org/officeDocument/2006/relationships/image" Target="/ppt/media/image2.emf" Id="R653ed16847d242ee" /><Relationship Type="http://schemas.openxmlformats.org/officeDocument/2006/relationships/notesSlide" Target="/ppt/notesSlides/notesSlide2.xml" Id="R856a67784fea42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90bf5e182e4a78" /><Relationship Type="http://schemas.openxmlformats.org/officeDocument/2006/relationships/image" Target="/ppt/media/image.emf" Id="R52e8c6eac6ab4e72" /><Relationship Type="http://schemas.openxmlformats.org/officeDocument/2006/relationships/image" Target="/ppt/media/image2.emf" Id="Rfa7932ad59504edc" /><Relationship Type="http://schemas.openxmlformats.org/officeDocument/2006/relationships/notesSlide" Target="/ppt/notesSlides/notesSlide3.xml" Id="Rab0e3b49f6af4b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a1c903c5164482" /><Relationship Type="http://schemas.openxmlformats.org/officeDocument/2006/relationships/image" Target="/ppt/media/image.emf" Id="R5f4398bb1dba4410" /><Relationship Type="http://schemas.openxmlformats.org/officeDocument/2006/relationships/image" Target="/ppt/media/image2.emf" Id="R0758996d58744eb7" /><Relationship Type="http://schemas.openxmlformats.org/officeDocument/2006/relationships/notesSlide" Target="/ppt/notesSlides/notesSlide4.xml" Id="R4cb8b9c1c5b344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16 Final Project: LLM Agent Prototype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Final week - GitHub repo + essay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80927D8-F682-4304-8A5D-903F03ABB5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765899-EAB9-4674-90D2-E083EFD1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Final Project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AD7E71-A2E6-419E-9A97-37AA6EA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Build a functional LLM Agent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48BC7D-D9E0-4904-B583-216FC0C5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Build a simple agent using LangChain/RAG that solves a multi-step real-world problem.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Example ideas: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Document Q&amp;A: upload a PDF, ask questions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Code assistant: explain code snippets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Research helper: search web + summarize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Study buddy: quiz on uploaded materials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Requirements: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LangChain or similar framework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Implement RAG (load documents, chunk, embed, retrieve)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Streamlit UI for interaction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A29C622-4893-445D-B367-4700F3D1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367DCC2-9A5A-41F0-99C9-53C135E0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23c6a04ab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ed16847d242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80927D8-F682-4304-8A5D-903F03ABB5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765899-EAB9-4674-90D2-E083EFD1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AD7E71-A2E6-419E-9A97-37AA6EA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48BC7D-D9E0-4904-B583-216FC0C5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GitHub repo with agent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demo.md containing conversation logs (3+ interactions)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2-page reflective essay on: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How AI agents might reshape software engineering in the next year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Challenges faced in 'harness engineering'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What you learned about working with AI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Optional but encouraged: YouTube video demo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This is the capstone project! Combine everything you've learned.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A29C622-4893-445D-B367-4700F3D1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367DCC2-9A5A-41F0-99C9-53C135E0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8c6eac6ab4e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932ad5950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80927D8-F682-4304-8A5D-903F03ABB5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765899-EAB9-4674-90D2-E083EFD1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(20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AD7E71-A2E6-419E-9A97-37AA6EA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Final project evaluation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48BC7D-D9E0-4904-B583-216FC0C5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Working RAG agent (5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Good code structure and documentation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demo.md with conversation logs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Reflective essay (2 pages) - depth of thought (5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Creative problem selection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(2 pts)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This is your final project. Show what you've learned!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A29C622-4893-445D-B367-4700F3D1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367DCC2-9A5A-41F0-99C9-53C135E0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398bb1dba44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8996d58744e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2026-07-14T12:47:05.2330000Z</dcterms:created>
  <dcterms:modified xsi:type="dcterms:W3CDTF">2026-07-14T12:47:05.2330000Z</dcterms:modified>
</coreProperties>
</file>