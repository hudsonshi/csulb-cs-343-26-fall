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75a14333b34a15" /><Relationship Type="http://schemas.openxmlformats.org/officeDocument/2006/relationships/extended-properties" Target="/docProps/app.xml" Id="R7ecaa4748c434f21" /><Relationship Type="http://schemas.openxmlformats.org/officeDocument/2006/relationships/officeDocument" Target="/ppt/presentation.xml" Id="Rb116a69ff60b40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b7743b5b884233"/>
  </p:sldMasterIdLst>
  <p:notesMasterIdLst>
    <p:notesMasterId xmlns:r="http://schemas.openxmlformats.org/officeDocument/2006/relationships" r:id="R107d776d0d7f45e5"/>
  </p:notesMasterIdLst>
  <p:sldIdLst>
    <p:sldId xmlns:r="http://schemas.openxmlformats.org/officeDocument/2006/relationships" id="256" r:id="Redfa7956ce574717"/>
    <p:sldId xmlns:r="http://schemas.openxmlformats.org/officeDocument/2006/relationships" id="257" r:id="Rd02ee09835e24366"/>
    <p:sldId xmlns:r="http://schemas.openxmlformats.org/officeDocument/2006/relationships" id="258" r:id="Rdc875aa0929b4015"/>
    <p:sldId xmlns:r="http://schemas.openxmlformats.org/officeDocument/2006/relationships" id="259" r:id="Re117936867bd4131"/>
    <p:sldId xmlns:r="http://schemas.openxmlformats.org/officeDocument/2006/relationships" id="260" r:id="R7d7c3337b1054f4f"/>
    <p:sldId xmlns:r="http://schemas.openxmlformats.org/officeDocument/2006/relationships" id="261" r:id="Rea38a647ad5745bf"/>
    <p:sldId xmlns:r="http://schemas.openxmlformats.org/officeDocument/2006/relationships" id="262" r:id="R967182c58fe646bd"/>
    <p:sldId xmlns:r="http://schemas.openxmlformats.org/officeDocument/2006/relationships" id="263" r:id="Rf6d3165c0a794869"/>
    <p:sldId xmlns:r="http://schemas.openxmlformats.org/officeDocument/2006/relationships" id="264" r:id="R4e093206a7904b17"/>
    <p:sldId xmlns:r="http://schemas.openxmlformats.org/officeDocument/2006/relationships" id="265" r:id="Rb3a16120409f45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ab04c385a843da" /><Relationship Type="http://schemas.openxmlformats.org/officeDocument/2006/relationships/slideMaster" Target="/ppt/slideMasters/slideMaster1.xml" Id="R9ab7743b5b884233" /><Relationship Type="http://schemas.openxmlformats.org/officeDocument/2006/relationships/notesMaster" Target="/ppt/notesMasters/notesMaster1.xml" Id="R107d776d0d7f45e5" /><Relationship Type="http://schemas.openxmlformats.org/officeDocument/2006/relationships/presProps" Target="/ppt/presProps.xml" Id="R275ca7e6061e4409" /><Relationship Type="http://schemas.openxmlformats.org/officeDocument/2006/relationships/viewProps" Target="/ppt/viewProps.xml" Id="R000d26ca890d4407" /><Relationship Type="http://schemas.openxmlformats.org/officeDocument/2006/relationships/tableStyles" Target="/ppt/tableStyles.xml" Id="R1000709a77aa44d2" /><Relationship Type="http://schemas.openxmlformats.org/officeDocument/2006/relationships/slide" Target="/ppt/slides/slide1.xml" Id="Redfa7956ce574717" /><Relationship Type="http://schemas.openxmlformats.org/officeDocument/2006/relationships/slide" Target="/ppt/slides/slide2.xml" Id="Rd02ee09835e24366" /><Relationship Type="http://schemas.openxmlformats.org/officeDocument/2006/relationships/slide" Target="/ppt/slides/slide3.xml" Id="Rdc875aa0929b4015" /><Relationship Type="http://schemas.openxmlformats.org/officeDocument/2006/relationships/slide" Target="/ppt/slides/slide4.xml" Id="Re117936867bd4131" /><Relationship Type="http://schemas.openxmlformats.org/officeDocument/2006/relationships/slide" Target="/ppt/slides/slide5.xml" Id="R7d7c3337b1054f4f" /><Relationship Type="http://schemas.openxmlformats.org/officeDocument/2006/relationships/slide" Target="/ppt/slides/slide6.xml" Id="Rea38a647ad5745bf" /><Relationship Type="http://schemas.openxmlformats.org/officeDocument/2006/relationships/slide" Target="/ppt/slides/slide7.xml" Id="R967182c58fe646bd" /><Relationship Type="http://schemas.openxmlformats.org/officeDocument/2006/relationships/slide" Target="/ppt/slides/slide8.xml" Id="Rf6d3165c0a794869" /><Relationship Type="http://schemas.openxmlformats.org/officeDocument/2006/relationships/slide" Target="/ppt/slides/slide9.xml" Id="R4e093206a7904b17" /><Relationship Type="http://schemas.openxmlformats.org/officeDocument/2006/relationships/slide" Target="/ppt/slides/slide10.xml" Id="Rb3a16120409f45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f537b3bd7845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fe20964ff45dd" /><Relationship Type="http://schemas.openxmlformats.org/officeDocument/2006/relationships/notesMaster" Target="/ppt/notesMasters/notesMaster1.xml" Id="R74b37b7dab6943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d5804ae9e940d1" /><Relationship Type="http://schemas.openxmlformats.org/officeDocument/2006/relationships/notesMaster" Target="/ppt/notesMasters/notesMaster1.xml" Id="R783fc1ff0edb47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c45e0a59264ad8" /><Relationship Type="http://schemas.openxmlformats.org/officeDocument/2006/relationships/notesMaster" Target="/ppt/notesMasters/notesMaster1.xml" Id="R6b76b08c098346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8212bf113b45c4" /><Relationship Type="http://schemas.openxmlformats.org/officeDocument/2006/relationships/notesMaster" Target="/ppt/notesMasters/notesMaster1.xml" Id="R3c5b045801354e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7fd007b4924236" /><Relationship Type="http://schemas.openxmlformats.org/officeDocument/2006/relationships/notesMaster" Target="/ppt/notesMasters/notesMaster1.xml" Id="R0afa757d1fa4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42fcfb16f14987" /><Relationship Type="http://schemas.openxmlformats.org/officeDocument/2006/relationships/notesMaster" Target="/ppt/notesMasters/notesMaster1.xml" Id="R9b668cc4ecda48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6883f98c814a5d" /><Relationship Type="http://schemas.openxmlformats.org/officeDocument/2006/relationships/notesMaster" Target="/ppt/notesMasters/notesMaster1.xml" Id="Rd023f5fca56b48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3838579b2b4550" /><Relationship Type="http://schemas.openxmlformats.org/officeDocument/2006/relationships/notesMaster" Target="/ppt/notesMasters/notesMaster1.xml" Id="R0de9bd52cd394b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1cdd4ba0934113" /><Relationship Type="http://schemas.openxmlformats.org/officeDocument/2006/relationships/notesMaster" Target="/ppt/notesMasters/notesMaster1.xml" Id="R3b6c8d8e31b14e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d5571273cd4c1a" /><Relationship Type="http://schemas.openxmlformats.org/officeDocument/2006/relationships/notesMaster" Target="/ppt/notesMasters/notesMaster1.xml" Id="R63cd75fddff647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fe474fe7649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934eaa54340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12cb72c1845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d482aeafe4a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ffa69a5d944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f66c6045f44f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579f479e74b80" /><Relationship Type="http://schemas.openxmlformats.org/officeDocument/2006/relationships/image" Target="/ppt/media/image.emf" Id="R7c4d116ab3ea438f" /><Relationship Type="http://schemas.openxmlformats.org/officeDocument/2006/relationships/image" Target="/ppt/media/image2.emf" Id="R1995f9079f2b44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b61043ae1475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b92a46d00471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593DF7-A69E-48D5-B67D-128CE3EC6B1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31F483A-31C1-433B-89B5-E7A994B4A2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96491D-C9F9-493E-ABCF-9123DCB716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4B7BD0-4C53-4330-BC80-273D43636C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D41A09-05C8-40C6-ADF2-4AB049BD68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D6F738-2F77-4010-B679-9E4C94237E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2F72E7-BC05-4D56-83F1-8564AE0DFD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13CD6D-AA7B-43C9-921B-160CE5AF7A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87C4F47-D3D6-4B96-B12F-1C62B868F5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E0369C-15E8-4491-8DF3-033A11246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D27256-6198-4DA0-8549-4102872248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BB82632-08F4-4F80-AC0E-817911F38D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326FCB9-5782-494F-99D2-9509F9B8C6E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C05684-6E69-4CCF-A533-0B5485ED5A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A71282-A0DD-4384-811A-28BFD3951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390956-82E3-49D8-B5E8-F72563130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04B199-A3F0-468A-9748-52A58B5F55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61ECC69-39E3-46E1-B5AE-0642CF32A8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C8DAE13-C618-404F-AE59-DDAE9EF5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3F2F7843-E5D3-4DA7-B687-E823AFF5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d116ab3ea43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5f9079f2b44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20D8A48-F14D-4011-921F-DB457B76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3E1DB499-6D73-493A-A4FD-293A53A1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d116ab3ea43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5f9079f2b44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01195F-D560-4E86-9992-40B9F3BA31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B916DC-E7CC-4F2A-9F15-CF477D5898B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C1CEDE3-7B5B-4113-98B6-FC2AC98150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6f7c9bfce0694654" /><Relationship Type="http://schemas.openxmlformats.org/officeDocument/2006/relationships/image" Target="/ppt/media/image2.emf" Id="R4393a8d001764156" /><Relationship Type="http://schemas.openxmlformats.org/officeDocument/2006/relationships/theme" Target="/ppt/slideMasters/theme/theme2.xml" Id="R5f5e2f6e4626422e" /><Relationship Type="http://schemas.openxmlformats.org/officeDocument/2006/relationships/slideLayout" Target="/ppt/slideLayouts/slideLayout1.xml" Id="R73abe63e89034e05" /><Relationship Type="http://schemas.openxmlformats.org/officeDocument/2006/relationships/slideLayout" Target="/ppt/slideLayouts/slideLayout2.xml" Id="R7f1ec60f64114d2d" /><Relationship Type="http://schemas.openxmlformats.org/officeDocument/2006/relationships/slideLayout" Target="/ppt/slideLayouts/slideLayout3.xml" Id="Rb8ef72a613084eb4" /><Relationship Type="http://schemas.openxmlformats.org/officeDocument/2006/relationships/slideLayout" Target="/ppt/slideLayouts/slideLayout4.xml" Id="R660d55cfb1e54575" /><Relationship Type="http://schemas.openxmlformats.org/officeDocument/2006/relationships/slideLayout" Target="/ppt/slideLayouts/slideLayout5.xml" Id="R3148851c9eb74419" /><Relationship Type="http://schemas.openxmlformats.org/officeDocument/2006/relationships/slideLayout" Target="/ppt/slideLayouts/slideLayout6.xml" Id="R39241f29541b4bd7" /><Relationship Type="http://schemas.openxmlformats.org/officeDocument/2006/relationships/slideLayout" Target="/ppt/slideLayouts/slideLayout7.xml" Id="Rea8a7c391f6c4c6c" /><Relationship Type="http://schemas.openxmlformats.org/officeDocument/2006/relationships/slideLayout" Target="/ppt/slideLayouts/slideLayout8.xml" Id="R74b2f1e261064215" /><Relationship Type="http://schemas.openxmlformats.org/officeDocument/2006/relationships/slideLayout" Target="/ppt/slideLayouts/slideLayout9.xml" Id="Raf1b9942790a404a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266D527-2943-4171-A48B-B6C3A432E3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CAC320-1113-41F0-8B60-C8FBBB6B09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25A9FA4-4770-4CC3-976B-90DA5408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47AD94B2-E9B0-4A61-9C9E-69A375AA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c9bfce06946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3a8d00176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726D128-CE7A-4866-B134-078A30CB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CB43FE3E-6B7C-4627-8CBE-A45D9AF6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c9bfce06946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3a8d00176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be63e89034e05"/>
    <p:sldLayoutId xmlns:r="http://schemas.openxmlformats.org/officeDocument/2006/relationships" id="2147483650" r:id="R7f1ec60f64114d2d"/>
    <p:sldLayoutId xmlns:r="http://schemas.openxmlformats.org/officeDocument/2006/relationships" id="2147483651" r:id="Rb8ef72a613084eb4"/>
    <p:sldLayoutId xmlns:r="http://schemas.openxmlformats.org/officeDocument/2006/relationships" id="2147483652" r:id="R660d55cfb1e54575"/>
    <p:sldLayoutId xmlns:r="http://schemas.openxmlformats.org/officeDocument/2006/relationships" id="2147483653" r:id="R3148851c9eb74419"/>
    <p:sldLayoutId xmlns:r="http://schemas.openxmlformats.org/officeDocument/2006/relationships" id="2147483654" r:id="R39241f29541b4bd7"/>
    <p:sldLayoutId xmlns:r="http://schemas.openxmlformats.org/officeDocument/2006/relationships" id="2147483655" r:id="Rea8a7c391f6c4c6c"/>
    <p:sldLayoutId xmlns:r="http://schemas.openxmlformats.org/officeDocument/2006/relationships" id="2147483656" r:id="R74b2f1e261064215"/>
    <p:sldLayoutId xmlns:r="http://schemas.openxmlformats.org/officeDocument/2006/relationships" id="2147483657" r:id="Raf1b9942790a404a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7014d3f4845be" /><Relationship Type="http://schemas.openxmlformats.org/officeDocument/2006/relationships/notesSlide" Target="/ppt/notesSlides/notesSlide1.xml" Id="Rb77ac7d383394e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1e1188b495477b" /><Relationship Type="http://schemas.openxmlformats.org/officeDocument/2006/relationships/image" Target="/ppt/media/image.emf" Id="Rd1075dfa465648fc" /><Relationship Type="http://schemas.openxmlformats.org/officeDocument/2006/relationships/image" Target="/ppt/media/image2.emf" Id="Ra6396ed4771e45c2" /><Relationship Type="http://schemas.openxmlformats.org/officeDocument/2006/relationships/notesSlide" Target="/ppt/notesSlides/notesSlide2.xml" Id="R139bf1cb925441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c41ef6ad3d43ae" /><Relationship Type="http://schemas.openxmlformats.org/officeDocument/2006/relationships/image" Target="/ppt/media/image.emf" Id="Rf81172f7d8a7439a" /><Relationship Type="http://schemas.openxmlformats.org/officeDocument/2006/relationships/image" Target="/ppt/media/image2.emf" Id="Ra017cd06fc0c490a" /><Relationship Type="http://schemas.openxmlformats.org/officeDocument/2006/relationships/notesSlide" Target="/ppt/notesSlides/notesSlide3.xml" Id="R707c2be6ae4b4c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57f701c5db4a6f" /><Relationship Type="http://schemas.openxmlformats.org/officeDocument/2006/relationships/image" Target="/ppt/media/image.emf" Id="Rf188f672f9b94001" /><Relationship Type="http://schemas.openxmlformats.org/officeDocument/2006/relationships/image" Target="/ppt/media/image2.emf" Id="Rcfe6628668ae4ea3" /><Relationship Type="http://schemas.openxmlformats.org/officeDocument/2006/relationships/notesSlide" Target="/ppt/notesSlides/notesSlide4.xml" Id="R58c43d20fe204e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1a16e795004a80" /><Relationship Type="http://schemas.openxmlformats.org/officeDocument/2006/relationships/image" Target="/ppt/media/image.emf" Id="Rb4a9fa0d6cb34548" /><Relationship Type="http://schemas.openxmlformats.org/officeDocument/2006/relationships/image" Target="/ppt/media/image2.emf" Id="R7c4366e491424ee0" /><Relationship Type="http://schemas.openxmlformats.org/officeDocument/2006/relationships/notesSlide" Target="/ppt/notesSlides/notesSlide5.xml" Id="R7afdd07eae9a45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d330b400204f15" /><Relationship Type="http://schemas.openxmlformats.org/officeDocument/2006/relationships/image" Target="/ppt/media/image.emf" Id="Rae67feb3c0584c46" /><Relationship Type="http://schemas.openxmlformats.org/officeDocument/2006/relationships/image" Target="/ppt/media/image2.emf" Id="R9b059d7bc85e4ff7" /><Relationship Type="http://schemas.openxmlformats.org/officeDocument/2006/relationships/notesSlide" Target="/ppt/notesSlides/notesSlide6.xml" Id="R772c89c1b32140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e0316d615e4307" /><Relationship Type="http://schemas.openxmlformats.org/officeDocument/2006/relationships/image" Target="/ppt/media/image.emf" Id="R31324ca4b8aa4247" /><Relationship Type="http://schemas.openxmlformats.org/officeDocument/2006/relationships/image" Target="/ppt/media/image2.emf" Id="R79cb879e600d43a9" /><Relationship Type="http://schemas.openxmlformats.org/officeDocument/2006/relationships/notesSlide" Target="/ppt/notesSlides/notesSlide7.xml" Id="R7e140e10239b45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a7757563ad46cb" /><Relationship Type="http://schemas.openxmlformats.org/officeDocument/2006/relationships/image" Target="/ppt/media/image.emf" Id="Rdd9a493d2c854c0a" /><Relationship Type="http://schemas.openxmlformats.org/officeDocument/2006/relationships/image" Target="/ppt/media/image2.emf" Id="R455c06c50e474d8b" /><Relationship Type="http://schemas.openxmlformats.org/officeDocument/2006/relationships/notesSlide" Target="/ppt/notesSlides/notesSlide8.xml" Id="Rbd60a261e26843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01ad27602d4dc5" /><Relationship Type="http://schemas.openxmlformats.org/officeDocument/2006/relationships/image" Target="/ppt/media/image.emf" Id="Rb0a9c91547ba466d" /><Relationship Type="http://schemas.openxmlformats.org/officeDocument/2006/relationships/image" Target="/ppt/media/image2.emf" Id="R90edc092369d4209" /><Relationship Type="http://schemas.openxmlformats.org/officeDocument/2006/relationships/notesSlide" Target="/ppt/notesSlides/notesSlide9.xml" Id="Rdd71f8079e1744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7aeda042e34b9b" /><Relationship Type="http://schemas.openxmlformats.org/officeDocument/2006/relationships/image" Target="/ppt/media/image.emf" Id="Ra6d697e725ce4fa1" /><Relationship Type="http://schemas.openxmlformats.org/officeDocument/2006/relationships/image" Target="/ppt/media/image2.emf" Id="R90e61736aca54f8f" /><Relationship Type="http://schemas.openxmlformats.org/officeDocument/2006/relationships/notesSlide" Target="/ppt/notesSlides/notesSlide10.xml" Id="Rad394bb4481142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10: Software Reuse &amp; Open Source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Libraries, Frameworks, SDKs, and Licenses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89621B9-7973-4CDC-BE23-AE720DFE3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E3E907-B3E7-4D39-BC93-B6F773A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DEF71D-9925-4F86-8008-8368A65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F8A631-6DFE-4460-A0F6-2A4AFE0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Evaluate and select third-party libraries for a project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Understand open-source license types (MIT, GPL, Apache)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Assess license compatibility between dependencies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AI to recommend suitable libraries for a task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Discuss ethical attribution and community contribution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8844F6-B4DA-4E5B-A6EA-4B9562C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DF958D5-7F27-4E49-B139-4451BE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75dfa465648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96ed4771e45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89621B9-7973-4CDC-BE23-AE720DFE3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E3E907-B3E7-4D39-BC93-B6F773A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Why Software Reuse?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DEF71D-9925-4F86-8008-8368A65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Standing on the shoulders of giants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F8A631-6DFE-4460-A0F6-2A4AFE0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Don't reinvent the wheel: existing libraries solve common problems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Benefits of reuse: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Faster development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Fewer bugs (battle-tested code)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Lower maintenance burden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Community support and documentation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Risks of reuse: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Dependency on external projects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License incompatibility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Security vulnerabilities in dependencies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Abandoned/unmaintained libraries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8844F6-B4DA-4E5B-A6EA-4B9562C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DF958D5-7F27-4E49-B139-4451BE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172f7d8a743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7cd06fc0c49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89621B9-7973-4CDC-BE23-AE720DFE3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E3E907-B3E7-4D39-BC93-B6F773A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Choosing the Right Library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DEF71D-9925-4F86-8008-8368A65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Evaluation criteria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F8A631-6DFE-4460-A0F6-2A4AFE0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When evaluating a library, consider: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Popularity: GitHub stars, downloads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Maintenance: recent commits, release frequency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Documentation: tutorials, API docs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Community: Stack Overflow activity, contributors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License: compatibility with your project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6. Size: dependency footprint (don't import a truck for a nail)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Tools: libraries.io, GitHub compare, Python Package Index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recommend libraries based on your requirements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8844F6-B4DA-4E5B-A6EA-4B9562C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DF958D5-7F27-4E49-B139-4451BE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8f672f9b9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6628668ae4e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89621B9-7973-4CDC-BE23-AE720DFE3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E3E907-B3E7-4D39-BC93-B6F773A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Open Source Licenses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DEF71D-9925-4F86-8008-8368A65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Understanding your rights and obligations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F8A631-6DFE-4460-A0F6-2A4AFE0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MIT: permissive, do anything as long as you keep the license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Apache 2.0: like MIT + patent protection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GPL: copyleft - derivative works must also be GPL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LGPL: like GPL but allows linking from non-GPL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BSD: similar to MIT, different wording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MPL: file-level copyleft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Important for projects: check ALL dependencies' licenses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Mixing GPL with MIT can create legal issues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8844F6-B4DA-4E5B-A6EA-4B9562C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DF958D5-7F27-4E49-B139-4451BE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9fa0d6cb34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366e491424e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89621B9-7973-4CDC-BE23-AE720DFE3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E3E907-B3E7-4D39-BC93-B6F773A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License Compatibility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DEF71D-9925-4F86-8008-8368A65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Can I use this library in my project?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F8A631-6DFE-4460-A0F6-2A4AFE0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MIT + Apache: compatible (can combine freely)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MIT + GPL: GPL is stricter, combined code must be GPL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GPL + Apache: Apache 2.0 + GPLv3 works; GPLv2 + Apache is limited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For commercial products: avoid GPL if you want to keep code proprietary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Tools: FOSSA, WhiteSource, SPDX License List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check license compatibility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Always include a LICENSE file in your project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8844F6-B4DA-4E5B-A6EA-4B9562C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DF958D5-7F27-4E49-B139-4451BE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7feb3c0584c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59d7bc85e4f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89621B9-7973-4CDC-BE23-AE720DFE3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E3E907-B3E7-4D39-BC93-B6F773A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Package Management Best Practices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DEF71D-9925-4F86-8008-8368A65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Keeping dependencies healthy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F8A631-6DFE-4460-A0F6-2A4AFE0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Pin versions: requirements.txt with ==version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Lock files: pip freeze &gt; requirements.txt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Regularly update: pip install --upgrade &lt;pkg&gt;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Vulnerability scanning: pip audit, safety, OWASP dependency-check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Minimize dependencies: question every addition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Dev vs prod: separate requirements-dev.txt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virtual environments for each project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8844F6-B4DA-4E5B-A6EA-4B9562C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DF958D5-7F27-4E49-B139-4451BE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24ca4b8aa42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b879e600d43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89621B9-7973-4CDC-BE23-AE720DFE3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E3E907-B3E7-4D39-BC93-B6F773A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Library Recommendation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DEF71D-9925-4F86-8008-8368A65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Let AI suggest the right tools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F8A631-6DFE-4460-A0F6-2A4AFE0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I need to parse PDFs in Python. Compare 3 libraries (PyMuPDF, pdfplumber, PyPDF2) based on features, performance, and license.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returns comparison table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Another prompt: What's the license compatibility of using PyMuPDF (AGPL) in a closed-source commercial app?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explains the risks and trade-offs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also find alternatives with better licenses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Always verify recommendations with official docs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8844F6-B4DA-4E5B-A6EA-4B9562C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DF958D5-7F27-4E49-B139-4451BE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a493d2c85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c06c50e474d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89621B9-7973-4CDC-BE23-AE720DFE3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E3E907-B3E7-4D39-BC93-B6F773A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Ethical Reuse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DEF71D-9925-4F86-8008-8368A65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Attribution and community contribution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F8A631-6DFE-4460-A0F6-2A4AFE0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Discussion: Is it okay to use open-source code without attribution if the license doesn't require it?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Find a library you use, check its license, and write proper attribution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Community contribution etiquette: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Report bugs professionally (not 'this is broken')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Submit well-documented PRs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Be patient with maintainers (they volunteer their time)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Open source runs on goodwill and respect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8844F6-B4DA-4E5B-A6EA-4B9562C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DF958D5-7F27-4E49-B139-4451BE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9c91547ba46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dc092369d4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89621B9-7973-4CDC-BE23-AE720DFE3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E3E907-B3E7-4D39-BC93-B6F773A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DEF71D-9925-4F86-8008-8368A65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10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F8A631-6DFE-4460-A0F6-2A4AFE0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Reuse existing code to save time and reduce bugs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Evaluate libraries: popularity, maintenance, docs, license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Understand open-source licenses: MIT, Apache, GPL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Check license compatibility before using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helps recommend libraries and check licenses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Contribute ethically to the open-source community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Agile Project Management &amp; Scrum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Library evaluation &amp; licensing report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8844F6-B4DA-4E5B-A6EA-4B9562C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DF958D5-7F27-4E49-B139-4451BE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697e725ce4f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61736aca54f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2026-07-14T12:47:01.0850000Z</dcterms:created>
  <dcterms:modified xsi:type="dcterms:W3CDTF">2026-07-14T12:47:01.0850000Z</dcterms:modified>
</coreProperties>
</file>