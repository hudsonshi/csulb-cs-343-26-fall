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47b70df17b74b1f" /><Relationship Type="http://schemas.openxmlformats.org/officeDocument/2006/relationships/extended-properties" Target="/docProps/app.xml" Id="Rbf1769f536374ec6" /><Relationship Type="http://schemas.openxmlformats.org/officeDocument/2006/relationships/officeDocument" Target="/ppt/presentation.xml" Id="Rc40d4d050a24471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2c32ab24b441f2"/>
  </p:sldMasterIdLst>
  <p:notesMasterIdLst>
    <p:notesMasterId xmlns:r="http://schemas.openxmlformats.org/officeDocument/2006/relationships" r:id="R5710793d549d4f94"/>
  </p:notesMasterIdLst>
  <p:sldIdLst>
    <p:sldId xmlns:r="http://schemas.openxmlformats.org/officeDocument/2006/relationships" id="256" r:id="R571f752c6863478a"/>
    <p:sldId xmlns:r="http://schemas.openxmlformats.org/officeDocument/2006/relationships" id="257" r:id="Rfdd26cdd1d954aa8"/>
    <p:sldId xmlns:r="http://schemas.openxmlformats.org/officeDocument/2006/relationships" id="258" r:id="R94a5e3f5831c4807"/>
    <p:sldId xmlns:r="http://schemas.openxmlformats.org/officeDocument/2006/relationships" id="259" r:id="R678397c89dbf43e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1b7ddc707e452e" /><Relationship Type="http://schemas.openxmlformats.org/officeDocument/2006/relationships/slideMaster" Target="/ppt/slideMasters/slideMaster1.xml" Id="Rbd2c32ab24b441f2" /><Relationship Type="http://schemas.openxmlformats.org/officeDocument/2006/relationships/notesMaster" Target="/ppt/notesMasters/notesMaster1.xml" Id="R5710793d549d4f94" /><Relationship Type="http://schemas.openxmlformats.org/officeDocument/2006/relationships/presProps" Target="/ppt/presProps.xml" Id="R396c92e7d8804338" /><Relationship Type="http://schemas.openxmlformats.org/officeDocument/2006/relationships/viewProps" Target="/ppt/viewProps.xml" Id="Rbf3cf4fdd1d84289" /><Relationship Type="http://schemas.openxmlformats.org/officeDocument/2006/relationships/tableStyles" Target="/ppt/tableStyles.xml" Id="Rf26a4c9b4c264d4e" /><Relationship Type="http://schemas.openxmlformats.org/officeDocument/2006/relationships/slide" Target="/ppt/slides/slide1.xml" Id="R571f752c6863478a" /><Relationship Type="http://schemas.openxmlformats.org/officeDocument/2006/relationships/slide" Target="/ppt/slides/slide2.xml" Id="Rfdd26cdd1d954aa8" /><Relationship Type="http://schemas.openxmlformats.org/officeDocument/2006/relationships/slide" Target="/ppt/slides/slide3.xml" Id="R94a5e3f5831c4807" /><Relationship Type="http://schemas.openxmlformats.org/officeDocument/2006/relationships/slide" Target="/ppt/slides/slide4.xml" Id="R678397c89dbf43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2e2c481603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21f44e95d8470a" /><Relationship Type="http://schemas.openxmlformats.org/officeDocument/2006/relationships/notesMaster" Target="/ppt/notesMasters/notesMaster1.xml" Id="R4c8821191f154b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97710f170b4f8e" /><Relationship Type="http://schemas.openxmlformats.org/officeDocument/2006/relationships/notesMaster" Target="/ppt/notesMasters/notesMaster1.xml" Id="Rd5b263d5babd45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fa53e092b4c3d" /><Relationship Type="http://schemas.openxmlformats.org/officeDocument/2006/relationships/notesMaster" Target="/ppt/notesMasters/notesMaster1.xml" Id="Rb754f546eb5347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c25bfe3bc14ef0" /><Relationship Type="http://schemas.openxmlformats.org/officeDocument/2006/relationships/notesMaster" Target="/ppt/notesMasters/notesMaster1.xml" Id="Re32e6027a24549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94e3a7079489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6550f600f42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d3056a7b45442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79518e507a4ff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923e4effd48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26736173be4b1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b21bf0e55f4ace" /><Relationship Type="http://schemas.openxmlformats.org/officeDocument/2006/relationships/image" Target="/ppt/media/image.emf" Id="R6540b66fce5a4d69" /><Relationship Type="http://schemas.openxmlformats.org/officeDocument/2006/relationships/image" Target="/ppt/media/image2.emf" Id="Rbf845e25349a436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e4eaed07da40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2520ac089b430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73AA618-244D-4E84-AABE-D7087C1692D9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BF8A095D-D98A-487C-8BB4-5BABA479DE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7F4A7F-D1D2-4D81-A1FD-05EB120DDC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53B7E1E-CAEC-4651-9441-D67737535A2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AADECF-FDC1-4900-B2E9-A9CFB6345F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90A14-6903-45C8-B249-928B0502038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3BFB6BC-EF32-42C1-B8A3-C46B6088BB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17D4EF8-5A42-4314-BEBF-A31257C35AA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9D95D714-13BC-4F5E-947B-F857DAD7B9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B2806C-5718-4B75-ABD1-CF2F70AA25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4508E8-6A3B-474C-97A8-34AD8A0C62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E687086-5282-448A-85A9-EB190AD4176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FBB79C5-7BC3-4C7A-A1B5-0667E668017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B27C4F2-3EB9-4BB0-BFE0-F8B0AADDB55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C337AFB-984A-40C7-905F-C379B65E1D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0593F4-0412-47C2-B317-DC9AEE286E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D03692BA-76E4-4C1C-80A8-8B689742B5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EB24094-5995-47FB-8E07-8839B3C22C5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B699BE6-71C2-47F1-B98D-26145A09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riangle 10">
            <a:extLst xmlns:a="http://schemas.openxmlformats.org/drawingml/2006/main">
              <a:ext uri="{FF2B5EF4-FFF2-40B4-BE49-F238E27FC236}">
                <a16:creationId xmlns:a16="http://schemas.microsoft.com/office/drawing/2014/main" id="{8A87AE25-881C-4D32-B711-186F7E6BE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0b66fce5a4d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3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45e25349a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808FC34-012B-4F1F-B6E8-1C21438D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riangle 15">
            <a:extLst xmlns:a="http://schemas.openxmlformats.org/drawingml/2006/main">
              <a:ext uri="{FF2B5EF4-FFF2-40B4-BE49-F238E27FC236}">
                <a16:creationId xmlns:a16="http://schemas.microsoft.com/office/drawing/2014/main" id="{B18B9207-0632-4B10-A607-C4AABC8C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7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0b66fce5a4d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18" name="Pictur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845e25349a43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D4AE05C-B161-4366-8863-EBA388044C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F82A65F-EEDB-4A38-A8B0-9D4FF78C6088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Drag picture to placeholder or click icon to add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65E7AFF-247E-4E59-A1BF-BF3DCFC7031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>
              <a:buNone/>
            </a:pPr>
            <a:r>
              <a:t>Click to edit Master text styles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fd1fdf97166e465a" /><Relationship Type="http://schemas.openxmlformats.org/officeDocument/2006/relationships/image" Target="/ppt/media/image2.emf" Id="R5f45aba9d70c48cb" /><Relationship Type="http://schemas.openxmlformats.org/officeDocument/2006/relationships/theme" Target="/ppt/slideMasters/theme/theme2.xml" Id="R2b9fb9dd02d14142" /><Relationship Type="http://schemas.openxmlformats.org/officeDocument/2006/relationships/slideLayout" Target="/ppt/slideLayouts/slideLayout1.xml" Id="R73db07b211504403" /><Relationship Type="http://schemas.openxmlformats.org/officeDocument/2006/relationships/slideLayout" Target="/ppt/slideLayouts/slideLayout2.xml" Id="Re9012606e7b74b52" /><Relationship Type="http://schemas.openxmlformats.org/officeDocument/2006/relationships/slideLayout" Target="/ppt/slideLayouts/slideLayout3.xml" Id="R56d76904b3774299" /><Relationship Type="http://schemas.openxmlformats.org/officeDocument/2006/relationships/slideLayout" Target="/ppt/slideLayouts/slideLayout4.xml" Id="R155c00ed9f0f4416" /><Relationship Type="http://schemas.openxmlformats.org/officeDocument/2006/relationships/slideLayout" Target="/ppt/slideLayouts/slideLayout5.xml" Id="R840c9ce2f65749ec" /><Relationship Type="http://schemas.openxmlformats.org/officeDocument/2006/relationships/slideLayout" Target="/ppt/slideLayouts/slideLayout6.xml" Id="R9bc556ac5683494a" /><Relationship Type="http://schemas.openxmlformats.org/officeDocument/2006/relationships/slideLayout" Target="/ppt/slideLayouts/slideLayout7.xml" Id="R2a14d09d160446c7" /><Relationship Type="http://schemas.openxmlformats.org/officeDocument/2006/relationships/slideLayout" Target="/ppt/slideLayouts/slideLayout8.xml" Id="R2e4939030f714a4a" /><Relationship Type="http://schemas.openxmlformats.org/officeDocument/2006/relationships/slideLayout" Target="/ppt/slideLayouts/slideLayout9.xml" Id="R4a9a26d04d7b4032" 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0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93767353-837A-4ACE-B3B1-162CBA4A4D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736600"/>
            <a:ext cx="10515600" cy="9540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3DFE65A-0D70-454F-B1F2-1CA63D9EFA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3902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C0B965C-D1D8-425F-8657-39110864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riangle 8">
            <a:extLst xmlns:a="http://schemas.openxmlformats.org/drawingml/2006/main">
              <a:ext uri="{FF2B5EF4-FFF2-40B4-BE49-F238E27FC236}">
                <a16:creationId xmlns:a16="http://schemas.microsoft.com/office/drawing/2014/main" id="{1A8CC657-DA45-4532-B0C4-8AC545FF5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3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fdf97166e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5aba9d70c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F85ED14-ACE2-4001-BC56-53CFD49DF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65206"/>
            <a:ext cx="12191999" cy="49279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riangle 13">
            <a:extLst xmlns:a="http://schemas.openxmlformats.org/drawingml/2006/main">
              <a:ext uri="{FF2B5EF4-FFF2-40B4-BE49-F238E27FC236}">
                <a16:creationId xmlns:a16="http://schemas.microsoft.com/office/drawing/2014/main" id="{7AFAFBE8-7F6C-46B7-9DB5-320D607CD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09" y="6121400"/>
            <a:ext cx="1057835" cy="528621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1fdf97166e46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5" y="6568838"/>
            <a:ext cx="1800223" cy="122236"/>
          </a:xfrm>
          <a:prstGeom xmlns:a="http://schemas.openxmlformats.org/drawingml/2006/main" prst="rect">
            <a:avLst/>
          </a:prstGeom>
        </p:spPr>
      </p:pic>
      <p:pic>
        <p:nvPicPr>
          <p:cNvPr id="28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5aba9d70c48c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5" y="6517524"/>
            <a:ext cx="2248719" cy="224864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db07b211504403"/>
    <p:sldLayoutId xmlns:r="http://schemas.openxmlformats.org/officeDocument/2006/relationships" id="2147483650" r:id="Re9012606e7b74b52"/>
    <p:sldLayoutId xmlns:r="http://schemas.openxmlformats.org/officeDocument/2006/relationships" id="2147483651" r:id="R56d76904b3774299"/>
    <p:sldLayoutId xmlns:r="http://schemas.openxmlformats.org/officeDocument/2006/relationships" id="2147483652" r:id="R155c00ed9f0f4416"/>
    <p:sldLayoutId xmlns:r="http://schemas.openxmlformats.org/officeDocument/2006/relationships" id="2147483653" r:id="R840c9ce2f65749ec"/>
    <p:sldLayoutId xmlns:r="http://schemas.openxmlformats.org/officeDocument/2006/relationships" id="2147483654" r:id="R9bc556ac5683494a"/>
    <p:sldLayoutId xmlns:r="http://schemas.openxmlformats.org/officeDocument/2006/relationships" id="2147483655" r:id="R2a14d09d160446c7"/>
    <p:sldLayoutId xmlns:r="http://schemas.openxmlformats.org/officeDocument/2006/relationships" id="2147483656" r:id="R2e4939030f714a4a"/>
    <p:sldLayoutId xmlns:r="http://schemas.openxmlformats.org/officeDocument/2006/relationships" id="2147483657" r:id="R4a9a26d04d7b4032"/>
  </p:sldLayoutIdLst>
  <p:txStyles>
    <p:titleStyle>
      <a:lvl1pPr xmlns:a="http://schemas.openxmlformats.org/drawingml/2006/main" algn="l">
        <a:lnSpc>
          <a:spcPct val="90000"/>
        </a:lnSpc>
        <a:buNone/>
        <a:defRPr sz="4400" b="1" i="0">
          <a:solidFill>
            <a:schemeClr val="tx1"/>
          </a:solidFill>
          <a:latin typeface="Helvetica"/>
          <a:ea typeface="Helvetica"/>
          <a:cs typeface="Helvetica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 b="0" i="0">
          <a:solidFill>
            <a:schemeClr val="tx1"/>
          </a:solidFill>
          <a:latin typeface="Helvetica"/>
          <a:ea typeface="Helvetica"/>
          <a:cs typeface="Helvetica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 b="0" i="0">
          <a:solidFill>
            <a:schemeClr val="tx1"/>
          </a:solidFill>
          <a:latin typeface="Helvetica"/>
          <a:ea typeface="Helvetica"/>
          <a:cs typeface="Helvetica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 b="0" i="0">
          <a:solidFill>
            <a:schemeClr val="tx1"/>
          </a:solidFill>
          <a:latin typeface="Helvetica"/>
          <a:ea typeface="Helvetica"/>
          <a:cs typeface="Helvetica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 b="0" i="0">
          <a:solidFill>
            <a:schemeClr val="tx1"/>
          </a:solidFill>
          <a:latin typeface="Helvetica"/>
          <a:ea typeface="Helvetica"/>
          <a:cs typeface="Helvetica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37d20be57432a" /><Relationship Type="http://schemas.openxmlformats.org/officeDocument/2006/relationships/notesSlide" Target="/ppt/notesSlides/notesSlide1.xml" Id="Rb7daa351d8bc48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119608ac7a4f73" /><Relationship Type="http://schemas.openxmlformats.org/officeDocument/2006/relationships/image" Target="/ppt/media/image.emf" Id="R7cf3778e91184065" /><Relationship Type="http://schemas.openxmlformats.org/officeDocument/2006/relationships/image" Target="/ppt/media/image2.emf" Id="R2b9d0723c4c54517" /><Relationship Type="http://schemas.openxmlformats.org/officeDocument/2006/relationships/notesSlide" Target="/ppt/notesSlides/notesSlide2.xml" Id="Re88407c1d0bd41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12f2d8944854e32" /><Relationship Type="http://schemas.openxmlformats.org/officeDocument/2006/relationships/image" Target="/ppt/media/image.emf" Id="Re3a4b25ce7a44d6f" /><Relationship Type="http://schemas.openxmlformats.org/officeDocument/2006/relationships/image" Target="/ppt/media/image2.emf" Id="R6d75f8f4c48e4a36" /><Relationship Type="http://schemas.openxmlformats.org/officeDocument/2006/relationships/notesSlide" Target="/ppt/notesSlides/notesSlide3.xml" Id="R289b2e302d4445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6eae3d6899d4f00" /><Relationship Type="http://schemas.openxmlformats.org/officeDocument/2006/relationships/image" Target="/ppt/media/image.emf" Id="Rfc4aa780110c4f52" /><Relationship Type="http://schemas.openxmlformats.org/officeDocument/2006/relationships/image" Target="/ppt/media/image2.emf" Id="R7cd21861edc34667" /><Relationship Type="http://schemas.openxmlformats.org/officeDocument/2006/relationships/notesSlide" Target="/ppt/notesSlides/notesSlide4.xml" Id="R3ae98254131545e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0A1DE73-D7A5-4FF1-A5E7-CD4B4259D8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CSULB CS 343</a:t>
            </a:r>
          </a:p>
          <a:p xmlns:a="http://schemas.openxmlformats.org/drawingml/2006/main">
            <a:pPr algn="ctr">
              <a:buNone/>
              <a:defRPr sz="2700" b="1">
                <a:solidFill>
                  <a:srgbClr val="000000"/>
                </a:solidFill>
              </a:defRPr>
            </a:pPr>
            <a:r>
              <a:rPr sz="27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Week 10 Assignment: Library Evaluation Report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4476C7-6C0B-4518-8FFA-D419ADA4474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860574"/>
            <a:ext cx="9144000" cy="1655762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>
                <a:solidFill>
                  <a:srgbClr val="000000"/>
                </a:solidFill>
              </a:defRPr>
            </a:pPr>
            <a:r>
              <a:rPr sz="18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Due: Next session - PDF/Markdown</a:t>
            </a:r>
          </a:p>
        </p:txBody>
      </p:sp>
    </p:spTree>
    <p:extLst>
      <p:ext uri="{BB962C8B-B14F-4D97-AF65-F5344CB8AC3E}">
        <p14:creationId xmlns:p14="http://schemas.microsoft.com/office/powerpoint/2010/main" val="77871827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3496E69-6E28-410C-A93A-0B6BEDA9C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E56E57-27DC-4DC1-B33E-E2142C6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Assignment Overview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694B14-99BB-4DBD-89D6-8B1E3F3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944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Compare 3 Python ORM libraries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835B7F6-C747-4303-B825-21F1CCF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3108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Find 3 Python ORM libraries (e.g., SQLAlchemy, Django ORM, Peewee, Tortoise-ORM).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 AI to compare: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Features (query API, migration support, async support)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Performance (benchmarks if available)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License compatibility with an MIT project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Write a recommendation memo to your 'team lead' (1 page).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Include a spreadsheet/CSV with license compatibility checks against existing project dependencies.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CE57ED-989A-4C84-AACE-2D6F6F9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842C8FD7-D155-4A0A-9D1C-876A436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f3778e911840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d0723c4c545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3496E69-6E28-410C-A93A-0B6BEDA9C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E56E57-27DC-4DC1-B33E-E2142C6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Submission Requirements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694B14-99BB-4DBD-89D6-8B1E3F3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What to turn in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835B7F6-C747-4303-B825-21F1CCF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283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Submit: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Recommendation memo (PDF or Markdown) with: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Summary of each library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Feature comparison matrix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 • Your recommendation with reasoning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CSV/Spreadsheet with license compatibility checks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Note: How AI helped (or didn't) in the evaluation</a:t>
            </a:r>
          </a:p>
          <a:p xmlns:a="http://schemas.openxmlformats.org/drawingml/2006/main">
            <a:r>
              <a:rPr>
                <a:latin typeface="Helvetica"/>
                <a:ea typeface="Helvetica"/>
                <a:cs typeface="Helvetica"/>
              </a:rPr>
              <a:t/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Bonus (+1): Include a sample code snippet using each library for the same simple task.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CE57ED-989A-4C84-AACE-2D6F6F9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842C8FD7-D155-4A0A-9D1C-876A436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a4b25ce7a44d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5f8f4c48e4a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chemeClr val="bg1">
                <a:lumMod val="92000"/>
              </a:schemeClr>
            </a:gs>
            <a:gs pos="100000">
              <a:schemeClr val="bg1">
                <a:lumMod val="88000"/>
                <a:lumOff val="12000"/>
              </a:schemeClr>
            </a:gs>
          </a:gsLst>
          <a:lin ang="162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3496E69-6E28-410C-A93A-0B6BEDA9CA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EE56E57-27DC-4DC1-B33E-E2142C6D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1392943"/>
            <a:ext cx="8805657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</a:defRPr>
            </a:pPr>
            <a:r>
              <a:rPr sz="21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Grading Rubric (10 pts)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694B14-99BB-4DBD-89D6-8B1E3F3BB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2134184"/>
            <a:ext cx="5299788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4546A"/>
                </a:solidFill>
              </a:defRPr>
            </a:pPr>
            <a:r>
              <a:rPr sz="1350" b="1">
                <a:solidFill>
                  <a:srgbClr val="44546A"/>
                </a:solidFill>
                <a:latin typeface="Helvetica Neue"/>
                <a:ea typeface="Helvetica Neue"/>
                <a:cs typeface="Helvetica Neue"/>
              </a:rPr>
              <a:t>How you will be graded</a:t>
            </a: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835B7F6-C747-4303-B825-21F1CCF8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788" y="3292168"/>
            <a:ext cx="6794726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Three libraries identified and summarized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Feature comparison matrix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License compatibility analysis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Clear recommendation with reasoning (2 pts)</a:t>
            </a:r>
          </a:p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</a:defRPr>
            </a:pPr>
            <a:r>
              <a:rPr sz="12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AI reflection and on-time submission (2 pts)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DCE57ED-989A-4C84-AACE-2D6F6F9A0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6353547"/>
            <a:ext cx="12192000" cy="50445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riangle 9">
            <a:extLst xmlns:a="http://schemas.openxmlformats.org/drawingml/2006/main">
              <a:ext uri="{FF2B5EF4-FFF2-40B4-BE49-F238E27FC236}">
                <a16:creationId xmlns:a16="http://schemas.microsoft.com/office/drawing/2014/main" id="{842C8FD7-D155-4A0A-9D1C-876A4365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9810" y="6103973"/>
            <a:ext cx="1057836" cy="541128"/>
          </a:xfrm>
          <a:prstGeom xmlns:a="http://schemas.openxmlformats.org/drawingml/2006/main" prst="triangl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aa780110c4f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168476" y="6561997"/>
            <a:ext cx="1800224" cy="125128"/>
          </a:xfrm>
          <a:prstGeom xmlns:a="http://schemas.openxmlformats.org/drawingml/2006/main" prst="rect">
            <a:avLst/>
          </a:prstGeom>
        </p:spPr>
      </p:pic>
      <p:pic>
        <p:nvPicPr>
          <p:cNvPr id="22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21861edc34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19176" y="6509469"/>
            <a:ext cx="2248720" cy="23018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195590"/>
      </p:ext>
    </p:extLst>
  </p:cSld>
</p:sld>
</file>

<file path=ppt/theme/theme1.xml><?xml version="1.0" encoding="utf-8"?>
<a:theme xmlns:a="http://schemas.openxmlformats.org/drawingml/2006/main" name="LBSU">
  <a:themeElements>
    <a:clrScheme name="LBS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LBSU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2026-07-14T12:47:01.5200000Z</dcterms:created>
  <dcterms:modified xsi:type="dcterms:W3CDTF">2026-07-14T12:47:01.5200000Z</dcterms:modified>
</coreProperties>
</file>