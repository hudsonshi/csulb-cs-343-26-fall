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1d6a107324597" /><Relationship Type="http://schemas.openxmlformats.org/officeDocument/2006/relationships/extended-properties" Target="/docProps/app.xml" Id="R89c3d9a1544943a2" /><Relationship Type="http://schemas.openxmlformats.org/officeDocument/2006/relationships/officeDocument" Target="/ppt/presentation.xml" Id="R20cfaecd656c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fd6c93d7b4a59"/>
  </p:sldMasterIdLst>
  <p:notesMasterIdLst>
    <p:notesMasterId xmlns:r="http://schemas.openxmlformats.org/officeDocument/2006/relationships" r:id="Raf35f510309a4222"/>
  </p:notesMasterIdLst>
  <p:sldIdLst>
    <p:sldId xmlns:r="http://schemas.openxmlformats.org/officeDocument/2006/relationships" id="256" r:id="Rd493b6a242d8455c"/>
    <p:sldId xmlns:r="http://schemas.openxmlformats.org/officeDocument/2006/relationships" id="257" r:id="R20907f0a9bcb4c50"/>
    <p:sldId xmlns:r="http://schemas.openxmlformats.org/officeDocument/2006/relationships" id="258" r:id="R66e2fbb9128e47d9"/>
    <p:sldId xmlns:r="http://schemas.openxmlformats.org/officeDocument/2006/relationships" id="259" r:id="R83678d70fbfe45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cbf4b2a2b40fe" /><Relationship Type="http://schemas.openxmlformats.org/officeDocument/2006/relationships/slideMaster" Target="/ppt/slideMasters/slideMaster1.xml" Id="R402fd6c93d7b4a59" /><Relationship Type="http://schemas.openxmlformats.org/officeDocument/2006/relationships/notesMaster" Target="/ppt/notesMasters/notesMaster1.xml" Id="Raf35f510309a4222" /><Relationship Type="http://schemas.openxmlformats.org/officeDocument/2006/relationships/presProps" Target="/ppt/presProps.xml" Id="R39a685e02f0746cb" /><Relationship Type="http://schemas.openxmlformats.org/officeDocument/2006/relationships/viewProps" Target="/ppt/viewProps.xml" Id="R4c52d898211f4bc2" /><Relationship Type="http://schemas.openxmlformats.org/officeDocument/2006/relationships/tableStyles" Target="/ppt/tableStyles.xml" Id="R11748bf6305a47f7" /><Relationship Type="http://schemas.openxmlformats.org/officeDocument/2006/relationships/slide" Target="/ppt/slides/slide1.xml" Id="Rd493b6a242d8455c" /><Relationship Type="http://schemas.openxmlformats.org/officeDocument/2006/relationships/slide" Target="/ppt/slides/slide2.xml" Id="R20907f0a9bcb4c50" /><Relationship Type="http://schemas.openxmlformats.org/officeDocument/2006/relationships/slide" Target="/ppt/slides/slide3.xml" Id="R66e2fbb9128e47d9" /><Relationship Type="http://schemas.openxmlformats.org/officeDocument/2006/relationships/slide" Target="/ppt/slides/slide4.xml" Id="R83678d70fbfe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cca68b1a944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b826d00f34faa" /><Relationship Type="http://schemas.openxmlformats.org/officeDocument/2006/relationships/notesMaster" Target="/ppt/notesMasters/notesMaster1.xml" Id="Re8b91b3dddba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7680cbdc2545dd" /><Relationship Type="http://schemas.openxmlformats.org/officeDocument/2006/relationships/notesMaster" Target="/ppt/notesMasters/notesMaster1.xml" Id="R3d9a749940fe49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f7ef9ef313499e" /><Relationship Type="http://schemas.openxmlformats.org/officeDocument/2006/relationships/notesMaster" Target="/ppt/notesMasters/notesMaster1.xml" Id="R9f6a102fd0d346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f83ecfb4b54c66" /><Relationship Type="http://schemas.openxmlformats.org/officeDocument/2006/relationships/notesMaster" Target="/ppt/notesMasters/notesMaster1.xml" Id="R1d548d047eff4c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7113ee6d1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8fb1cf7649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c212e47fd4e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4cae0ca5c4d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92063d0fa4e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e0a4dbd924a9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091b3aac24797" /><Relationship Type="http://schemas.openxmlformats.org/officeDocument/2006/relationships/image" Target="/ppt/media/image.emf" Id="R05862a0a35384939" /><Relationship Type="http://schemas.openxmlformats.org/officeDocument/2006/relationships/image" Target="/ppt/media/image2.emf" Id="Rcde07004863f45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470bed7d240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c671b55f84e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FA6404-03A1-4671-844E-F9312A80C29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E33E87E-7C8B-4375-80EE-C168B77600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D195C6-61F7-4308-8B07-24E084288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C3D524-7D19-4DA7-8061-D0D278FDA4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CA89E5-359F-4AC9-AEE8-9F411BA6D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DB557E-441F-4E80-B470-1D355BD8E6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220449-9FB3-4BE6-95F4-734338D20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35CF0B-860B-47ED-BC82-D8648D8FCB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957CA8-F16C-41D2-A8B4-F030F29CDE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9F520E-8E0D-45EE-926B-7C82B3070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CC491A-7C8E-458C-85C8-77E2292A6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40B2F12-B4E7-46D5-B7DB-8FD998FE18E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7BDC7A-BE70-49CF-8EF7-AB710109AD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FE23DA8-9AD1-4488-9BC6-42F1BBEB3C7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530B57-B600-44D3-9A89-565E9A532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5D3EE8-CE90-4FB5-AE4D-08D53AC1F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E38575-C761-46E6-8FBC-55AEAF74FC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9F6BC97-CD14-47CC-A8E5-8B9D7C4EF5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5DE38FC-0DD9-4648-B5EF-1A1F21AE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FB1264E6-4A1B-4F80-9E4B-02AB393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62a0a353849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07004863f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7E5EAE8-C85D-4D85-8B85-AB1AC89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25BAF52F-A7F3-4137-BD6F-5217ECD4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62a0a353849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07004863f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113BEE-1522-491E-BD73-A8B20515C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7CABFB-BC9A-478C-94EB-C6D326654AA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6E8593A-FDCA-47FB-AFAE-28BAAA0416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05be15b8e8f4a84" /><Relationship Type="http://schemas.openxmlformats.org/officeDocument/2006/relationships/image" Target="/ppt/media/image2.emf" Id="R2ea929548d9a443c" /><Relationship Type="http://schemas.openxmlformats.org/officeDocument/2006/relationships/theme" Target="/ppt/slideMasters/theme/theme2.xml" Id="Ra3a2974c10cf444f" /><Relationship Type="http://schemas.openxmlformats.org/officeDocument/2006/relationships/slideLayout" Target="/ppt/slideLayouts/slideLayout1.xml" Id="R8740da0847f84c90" /><Relationship Type="http://schemas.openxmlformats.org/officeDocument/2006/relationships/slideLayout" Target="/ppt/slideLayouts/slideLayout2.xml" Id="R9e4e2ffdb7754d0d" /><Relationship Type="http://schemas.openxmlformats.org/officeDocument/2006/relationships/slideLayout" Target="/ppt/slideLayouts/slideLayout3.xml" Id="Rb472c4d3ac8d4c18" /><Relationship Type="http://schemas.openxmlformats.org/officeDocument/2006/relationships/slideLayout" Target="/ppt/slideLayouts/slideLayout4.xml" Id="R98c8a2bc5163453b" /><Relationship Type="http://schemas.openxmlformats.org/officeDocument/2006/relationships/slideLayout" Target="/ppt/slideLayouts/slideLayout5.xml" Id="R486e9cdbd5e943fc" /><Relationship Type="http://schemas.openxmlformats.org/officeDocument/2006/relationships/slideLayout" Target="/ppt/slideLayouts/slideLayout6.xml" Id="R68c0998543c94bdd" /><Relationship Type="http://schemas.openxmlformats.org/officeDocument/2006/relationships/slideLayout" Target="/ppt/slideLayouts/slideLayout7.xml" Id="R4f5f8ec489294efd" /><Relationship Type="http://schemas.openxmlformats.org/officeDocument/2006/relationships/slideLayout" Target="/ppt/slideLayouts/slideLayout8.xml" Id="Rcbf187c0cfbe4324" /><Relationship Type="http://schemas.openxmlformats.org/officeDocument/2006/relationships/slideLayout" Target="/ppt/slideLayouts/slideLayout9.xml" Id="Rab615f93f4084596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106A8CF-CBF6-48E0-995D-1A032ACB0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4C0C57-3A46-4D24-B031-B1C42E789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46DDEB8-FC0F-4001-B39C-B7F1FAA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EE3B8885-4A63-4A29-B7C9-1B75756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be15b8e8f4a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929548d9a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5F3792A-551B-49A1-B4C0-2F590720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247799D9-0E3B-40B8-9685-6B5C629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be15b8e8f4a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929548d9a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0da0847f84c90"/>
    <p:sldLayoutId xmlns:r="http://schemas.openxmlformats.org/officeDocument/2006/relationships" id="2147483650" r:id="R9e4e2ffdb7754d0d"/>
    <p:sldLayoutId xmlns:r="http://schemas.openxmlformats.org/officeDocument/2006/relationships" id="2147483651" r:id="Rb472c4d3ac8d4c18"/>
    <p:sldLayoutId xmlns:r="http://schemas.openxmlformats.org/officeDocument/2006/relationships" id="2147483652" r:id="R98c8a2bc5163453b"/>
    <p:sldLayoutId xmlns:r="http://schemas.openxmlformats.org/officeDocument/2006/relationships" id="2147483653" r:id="R486e9cdbd5e943fc"/>
    <p:sldLayoutId xmlns:r="http://schemas.openxmlformats.org/officeDocument/2006/relationships" id="2147483654" r:id="R68c0998543c94bdd"/>
    <p:sldLayoutId xmlns:r="http://schemas.openxmlformats.org/officeDocument/2006/relationships" id="2147483655" r:id="R4f5f8ec489294efd"/>
    <p:sldLayoutId xmlns:r="http://schemas.openxmlformats.org/officeDocument/2006/relationships" id="2147483656" r:id="Rcbf187c0cfbe4324"/>
    <p:sldLayoutId xmlns:r="http://schemas.openxmlformats.org/officeDocument/2006/relationships" id="2147483657" r:id="Rab615f93f4084596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9aef2d7d406d" /><Relationship Type="http://schemas.openxmlformats.org/officeDocument/2006/relationships/notesSlide" Target="/ppt/notesSlides/notesSlide1.xml" Id="R7baade735fd743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ba44c0979e4e60" /><Relationship Type="http://schemas.openxmlformats.org/officeDocument/2006/relationships/image" Target="/ppt/media/image.emf" Id="R688bf942663a4c8c" /><Relationship Type="http://schemas.openxmlformats.org/officeDocument/2006/relationships/image" Target="/ppt/media/image2.emf" Id="Rba3a816579444941" /><Relationship Type="http://schemas.openxmlformats.org/officeDocument/2006/relationships/notesSlide" Target="/ppt/notesSlides/notesSlide2.xml" Id="Rb42a8317d51a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9d71e9dce0435b" /><Relationship Type="http://schemas.openxmlformats.org/officeDocument/2006/relationships/image" Target="/ppt/media/image.emf" Id="Rebe30be4d27b45a4" /><Relationship Type="http://schemas.openxmlformats.org/officeDocument/2006/relationships/image" Target="/ppt/media/image2.emf" Id="R8eb5a0990627438f" /><Relationship Type="http://schemas.openxmlformats.org/officeDocument/2006/relationships/notesSlide" Target="/ppt/notesSlides/notesSlide3.xml" Id="R3578e813c41a4e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c8d080a4c648e7" /><Relationship Type="http://schemas.openxmlformats.org/officeDocument/2006/relationships/image" Target="/ppt/media/image.emf" Id="R97aeb90c1dda4a40" /><Relationship Type="http://schemas.openxmlformats.org/officeDocument/2006/relationships/image" Target="/ppt/media/image2.emf" Id="R146e2898a82d4aa9" /><Relationship Type="http://schemas.openxmlformats.org/officeDocument/2006/relationships/notesSlide" Target="/ppt/notesSlides/notesSlide4.xml" Id="R82d2809e2c0444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4 Assignment: Architectural Decision Record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Submit via GitHub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36A9D11-F73A-456B-9994-3EC3C51F1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49E2B86-115E-480A-9D19-E15850B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58702A-DD45-449D-B6C8-4B8CAAA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ADR for a real-world app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221FB3C-2961-4334-AC9C-ECB2479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Choose ONE app: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Real-time chat app (needs low latency, frequent updates)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Fintech banking app (needs strong consistency, compliance)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Write an ADR comparing Monolith vs Microservices for your chosen app.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 AI to generate initial pros/cons table, then refine with your analysis.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Structure: Context -&gt; Decision -&gt; Consequences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231DCA-3948-4260-B034-D6CB026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CD3D5811-7B28-451F-B873-B426A8E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bf942663a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a81657944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36A9D11-F73A-456B-9994-3EC3C51F1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49E2B86-115E-480A-9D19-E15850B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58702A-DD45-449D-B6C8-4B8CAAA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221FB3C-2961-4334-AC9C-ECB2479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Markdown file named adr-[app-name].md: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# Title: Monolith vs Microservices for [App]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## Context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[Describe the app, team size, timeline, constraints]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## Decision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[Chosen architecture with reasoning - reference CAP/cloud]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## Consequences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[Pros]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[Cons]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[Risks and mitigations]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Include a note on how AI helped (or misled) you.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231DCA-3948-4260-B034-D6CB026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CD3D5811-7B28-451F-B873-B426A8E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0be4d27b45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5a0990627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36A9D11-F73A-456B-9994-3EC3C51F1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49E2B86-115E-480A-9D19-E15850B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58702A-DD45-449D-B6C8-4B8CAAA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221FB3C-2961-4334-AC9C-ECB2479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Context clearly described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Decision reasoned with CAP/cloud references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Consequences realistic and specific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reflection shows critical evaluation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On-time, well-formatted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231DCA-3948-4260-B034-D6CB026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CD3D5811-7B28-451F-B873-B426A8E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eb90c1dda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e2898a82d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2026-07-14T12:46:57.7050000Z</dcterms:created>
  <dcterms:modified xsi:type="dcterms:W3CDTF">2026-07-14T12:46:57.7050000Z</dcterms:modified>
</coreProperties>
</file>