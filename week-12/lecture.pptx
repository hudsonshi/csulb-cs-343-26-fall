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e83cc0c1246e7" /><Relationship Type="http://schemas.openxmlformats.org/officeDocument/2006/relationships/extended-properties" Target="/docProps/app.xml" Id="R7c17d881491d4dc1" /><Relationship Type="http://schemas.openxmlformats.org/officeDocument/2006/relationships/officeDocument" Target="/ppt/presentation.xml" Id="R439ecdaef6e340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77ec686df34081"/>
  </p:sldMasterIdLst>
  <p:notesMasterIdLst>
    <p:notesMasterId xmlns:r="http://schemas.openxmlformats.org/officeDocument/2006/relationships" r:id="R9d04a19e31374685"/>
  </p:notesMasterIdLst>
  <p:sldIdLst>
    <p:sldId xmlns:r="http://schemas.openxmlformats.org/officeDocument/2006/relationships" id="256" r:id="R21ba72e6b86049c1"/>
    <p:sldId xmlns:r="http://schemas.openxmlformats.org/officeDocument/2006/relationships" id="257" r:id="Rd679c39672034b41"/>
    <p:sldId xmlns:r="http://schemas.openxmlformats.org/officeDocument/2006/relationships" id="258" r:id="R48b8ed529a3f40be"/>
    <p:sldId xmlns:r="http://schemas.openxmlformats.org/officeDocument/2006/relationships" id="259" r:id="Re33afa1a749040ac"/>
    <p:sldId xmlns:r="http://schemas.openxmlformats.org/officeDocument/2006/relationships" id="260" r:id="R89944f97e13e4c49"/>
    <p:sldId xmlns:r="http://schemas.openxmlformats.org/officeDocument/2006/relationships" id="261" r:id="R3ff0616c90d444fd"/>
    <p:sldId xmlns:r="http://schemas.openxmlformats.org/officeDocument/2006/relationships" id="262" r:id="Raf6e88b7fa62469f"/>
    <p:sldId xmlns:r="http://schemas.openxmlformats.org/officeDocument/2006/relationships" id="263" r:id="Rc2bcd04b44f7487f"/>
    <p:sldId xmlns:r="http://schemas.openxmlformats.org/officeDocument/2006/relationships" id="264" r:id="R5e81c18c5a20400f"/>
    <p:sldId xmlns:r="http://schemas.openxmlformats.org/officeDocument/2006/relationships" id="265" r:id="Rf072865d1a5e4e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2947225ef40c6" /><Relationship Type="http://schemas.openxmlformats.org/officeDocument/2006/relationships/slideMaster" Target="/ppt/slideMasters/slideMaster1.xml" Id="R9f77ec686df34081" /><Relationship Type="http://schemas.openxmlformats.org/officeDocument/2006/relationships/notesMaster" Target="/ppt/notesMasters/notesMaster1.xml" Id="R9d04a19e31374685" /><Relationship Type="http://schemas.openxmlformats.org/officeDocument/2006/relationships/presProps" Target="/ppt/presProps.xml" Id="R501adffc2349483d" /><Relationship Type="http://schemas.openxmlformats.org/officeDocument/2006/relationships/viewProps" Target="/ppt/viewProps.xml" Id="R36680630ec6b4226" /><Relationship Type="http://schemas.openxmlformats.org/officeDocument/2006/relationships/tableStyles" Target="/ppt/tableStyles.xml" Id="R3e52bb71b2584fac" /><Relationship Type="http://schemas.openxmlformats.org/officeDocument/2006/relationships/slide" Target="/ppt/slides/slide1.xml" Id="R21ba72e6b86049c1" /><Relationship Type="http://schemas.openxmlformats.org/officeDocument/2006/relationships/slide" Target="/ppt/slides/slide2.xml" Id="Rd679c39672034b41" /><Relationship Type="http://schemas.openxmlformats.org/officeDocument/2006/relationships/slide" Target="/ppt/slides/slide3.xml" Id="R48b8ed529a3f40be" /><Relationship Type="http://schemas.openxmlformats.org/officeDocument/2006/relationships/slide" Target="/ppt/slides/slide4.xml" Id="Re33afa1a749040ac" /><Relationship Type="http://schemas.openxmlformats.org/officeDocument/2006/relationships/slide" Target="/ppt/slides/slide5.xml" Id="R89944f97e13e4c49" /><Relationship Type="http://schemas.openxmlformats.org/officeDocument/2006/relationships/slide" Target="/ppt/slides/slide6.xml" Id="R3ff0616c90d444fd" /><Relationship Type="http://schemas.openxmlformats.org/officeDocument/2006/relationships/slide" Target="/ppt/slides/slide7.xml" Id="Raf6e88b7fa62469f" /><Relationship Type="http://schemas.openxmlformats.org/officeDocument/2006/relationships/slide" Target="/ppt/slides/slide8.xml" Id="Rc2bcd04b44f7487f" /><Relationship Type="http://schemas.openxmlformats.org/officeDocument/2006/relationships/slide" Target="/ppt/slides/slide9.xml" Id="R5e81c18c5a20400f" /><Relationship Type="http://schemas.openxmlformats.org/officeDocument/2006/relationships/slide" Target="/ppt/slides/slide10.xml" Id="Rf072865d1a5e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29974fbc3048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9f912875a34522" /><Relationship Type="http://schemas.openxmlformats.org/officeDocument/2006/relationships/notesMaster" Target="/ppt/notesMasters/notesMaster1.xml" Id="R78164e8eded94b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1f447511cd489d" /><Relationship Type="http://schemas.openxmlformats.org/officeDocument/2006/relationships/notesMaster" Target="/ppt/notesMasters/notesMaster1.xml" Id="R5eb5e96b3c2845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5b3a40ec3540f3" /><Relationship Type="http://schemas.openxmlformats.org/officeDocument/2006/relationships/notesMaster" Target="/ppt/notesMasters/notesMaster1.xml" Id="R07aa50ac75d748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a3dd3f5d4f4b12" /><Relationship Type="http://schemas.openxmlformats.org/officeDocument/2006/relationships/notesMaster" Target="/ppt/notesMasters/notesMaster1.xml" Id="R23fedd93096d42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a5d5108a194a23" /><Relationship Type="http://schemas.openxmlformats.org/officeDocument/2006/relationships/notesMaster" Target="/ppt/notesMasters/notesMaster1.xml" Id="R01e65ac4d8bb48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ca147807e486d" /><Relationship Type="http://schemas.openxmlformats.org/officeDocument/2006/relationships/notesMaster" Target="/ppt/notesMasters/notesMaster1.xml" Id="Rd77052d9bf8141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0680e2da60419a" /><Relationship Type="http://schemas.openxmlformats.org/officeDocument/2006/relationships/notesMaster" Target="/ppt/notesMasters/notesMaster1.xml" Id="R6eadea87facd44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4ef6dc466a4f2c" /><Relationship Type="http://schemas.openxmlformats.org/officeDocument/2006/relationships/notesMaster" Target="/ppt/notesMasters/notesMaster1.xml" Id="R4d826e2e547849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9c9c142a6c4ab9" /><Relationship Type="http://schemas.openxmlformats.org/officeDocument/2006/relationships/notesMaster" Target="/ppt/notesMasters/notesMaster1.xml" Id="Raa6d5b8cd23144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240c49971d4347" /><Relationship Type="http://schemas.openxmlformats.org/officeDocument/2006/relationships/notesMaster" Target="/ppt/notesMasters/notesMaster1.xml" Id="R066704692eb84f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05b2dc3624c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9fa453d8b4e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96eeb3a1444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62b1a66254b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3507dcab149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79045632d40c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482a523ee4d66" /><Relationship Type="http://schemas.openxmlformats.org/officeDocument/2006/relationships/image" Target="/ppt/media/image.emf" Id="R28fbe2f4d074469e" /><Relationship Type="http://schemas.openxmlformats.org/officeDocument/2006/relationships/image" Target="/ppt/media/image2.emf" Id="Rde0f8d2e086e441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a71c28c8c4f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be7efb41a494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6C10C4-B20C-4E6C-8A19-C647633A9D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E5BEB58-1FC5-4ABA-A887-B67B7E93B4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98D17D-F163-493A-8B2F-0703841832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6DFE00-5ED7-4828-8B40-16924CD0BA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92EAAC-3DDD-4921-B9A9-9E40E74DB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302036-D4AE-45AD-BA82-E0A4C9F68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FB6DA8-5B52-41C6-A803-8424D60D5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D12421C-1D92-41D9-8A11-BEC33655C2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48F2C31-ADAE-4297-8481-09385324B7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6171CA-49BA-4E93-A471-A5BBFF55F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9EC8F7-8332-4323-ADAD-3825AF19C5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5BBD310-3C56-4DC8-92EC-3E175E2FC47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7EBB930-54EE-4EC7-901B-3B6E25DE096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E721400-9181-48A4-B489-3F6A80E9DD3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E1279B-50BE-4FB9-8221-9A1C873FC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1C56A1-C673-4758-8AA2-68AFA5E9D9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70C048C-59AE-43B4-AA00-8A15E8E957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801D80-65AB-4ACB-AF9B-AAEE1D6CA6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8F93F81-4E9B-4957-A633-6EFE227E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2F1251FC-65B6-44C6-AC86-9D97CA7D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be2f4d07446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f8d2e086e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3A85602-286F-45DC-808F-5568EC3C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99376B79-C4FA-410E-B56E-DAAAE9C5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be2f4d07446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f8d2e086e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DEF3EF-45E8-4E25-BC61-9719AC3336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2B6597D-A488-41C4-8BCB-57A2F5DCF33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CE5037F-8245-4A9D-AFBF-5D60F3B1A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a4b9cc3f25e44752" /><Relationship Type="http://schemas.openxmlformats.org/officeDocument/2006/relationships/image" Target="/ppt/media/image2.emf" Id="R4ebad88a15344c36" /><Relationship Type="http://schemas.openxmlformats.org/officeDocument/2006/relationships/theme" Target="/ppt/slideMasters/theme/theme2.xml" Id="Raed8d75e8990454a" /><Relationship Type="http://schemas.openxmlformats.org/officeDocument/2006/relationships/slideLayout" Target="/ppt/slideLayouts/slideLayout1.xml" Id="Rb85de189531546e4" /><Relationship Type="http://schemas.openxmlformats.org/officeDocument/2006/relationships/slideLayout" Target="/ppt/slideLayouts/slideLayout2.xml" Id="R47fb736a6ac84097" /><Relationship Type="http://schemas.openxmlformats.org/officeDocument/2006/relationships/slideLayout" Target="/ppt/slideLayouts/slideLayout3.xml" Id="R732ee2fe89d340e9" /><Relationship Type="http://schemas.openxmlformats.org/officeDocument/2006/relationships/slideLayout" Target="/ppt/slideLayouts/slideLayout4.xml" Id="R56a24ca2ebb747a1" /><Relationship Type="http://schemas.openxmlformats.org/officeDocument/2006/relationships/slideLayout" Target="/ppt/slideLayouts/slideLayout5.xml" Id="R1c353bd219f34b8d" /><Relationship Type="http://schemas.openxmlformats.org/officeDocument/2006/relationships/slideLayout" Target="/ppt/slideLayouts/slideLayout6.xml" Id="Rfb1642ff85584820" /><Relationship Type="http://schemas.openxmlformats.org/officeDocument/2006/relationships/slideLayout" Target="/ppt/slideLayouts/slideLayout7.xml" Id="Rb721285f79674093" /><Relationship Type="http://schemas.openxmlformats.org/officeDocument/2006/relationships/slideLayout" Target="/ppt/slideLayouts/slideLayout8.xml" Id="R3759f6029b5e445f" /><Relationship Type="http://schemas.openxmlformats.org/officeDocument/2006/relationships/slideLayout" Target="/ppt/slideLayouts/slideLayout9.xml" Id="R47f131b3cc34452d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4128F2-F178-4D83-AB8D-46055A35D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B13EC8-3E33-4060-81A1-869B18D879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79C483-8E7F-439A-937B-0C92426D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F25C1DF7-7F23-41BB-A599-5D3D04E7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9cc3f25e447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ad88a15344c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AFD5B38-8540-4DE7-8319-683A74F3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97DFFD72-0D78-4750-909D-8C574936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9cc3f25e447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ad88a15344c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5de189531546e4"/>
    <p:sldLayoutId xmlns:r="http://schemas.openxmlformats.org/officeDocument/2006/relationships" id="2147483650" r:id="R47fb736a6ac84097"/>
    <p:sldLayoutId xmlns:r="http://schemas.openxmlformats.org/officeDocument/2006/relationships" id="2147483651" r:id="R732ee2fe89d340e9"/>
    <p:sldLayoutId xmlns:r="http://schemas.openxmlformats.org/officeDocument/2006/relationships" id="2147483652" r:id="R56a24ca2ebb747a1"/>
    <p:sldLayoutId xmlns:r="http://schemas.openxmlformats.org/officeDocument/2006/relationships" id="2147483653" r:id="R1c353bd219f34b8d"/>
    <p:sldLayoutId xmlns:r="http://schemas.openxmlformats.org/officeDocument/2006/relationships" id="2147483654" r:id="Rfb1642ff85584820"/>
    <p:sldLayoutId xmlns:r="http://schemas.openxmlformats.org/officeDocument/2006/relationships" id="2147483655" r:id="Rb721285f79674093"/>
    <p:sldLayoutId xmlns:r="http://schemas.openxmlformats.org/officeDocument/2006/relationships" id="2147483656" r:id="R3759f6029b5e445f"/>
    <p:sldLayoutId xmlns:r="http://schemas.openxmlformats.org/officeDocument/2006/relationships" id="2147483657" r:id="R47f131b3cc34452d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6f58ad3ae40d3" /><Relationship Type="http://schemas.openxmlformats.org/officeDocument/2006/relationships/notesSlide" Target="/ppt/notesSlides/notesSlide1.xml" Id="Rd82e9bc2f01740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1f8159e69b42ce" /><Relationship Type="http://schemas.openxmlformats.org/officeDocument/2006/relationships/image" Target="/ppt/media/image.emf" Id="R65db9f37ebd7401c" /><Relationship Type="http://schemas.openxmlformats.org/officeDocument/2006/relationships/image" Target="/ppt/media/image2.emf" Id="Rc8299ffb81894354" /><Relationship Type="http://schemas.openxmlformats.org/officeDocument/2006/relationships/notesSlide" Target="/ppt/notesSlides/notesSlide2.xml" Id="Rf78eacfd6f0c4a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e5405d46d543f3" /><Relationship Type="http://schemas.openxmlformats.org/officeDocument/2006/relationships/image" Target="/ppt/media/image.emf" Id="R22f2fba987184cfd" /><Relationship Type="http://schemas.openxmlformats.org/officeDocument/2006/relationships/image" Target="/ppt/media/image2.emf" Id="R78f804c188734714" /><Relationship Type="http://schemas.openxmlformats.org/officeDocument/2006/relationships/notesSlide" Target="/ppt/notesSlides/notesSlide3.xml" Id="R9417b8cc488449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9083c031414dec" /><Relationship Type="http://schemas.openxmlformats.org/officeDocument/2006/relationships/image" Target="/ppt/media/image.emf" Id="R206f5e052c174470" /><Relationship Type="http://schemas.openxmlformats.org/officeDocument/2006/relationships/image" Target="/ppt/media/image2.emf" Id="R0898dfc036f647f7" /><Relationship Type="http://schemas.openxmlformats.org/officeDocument/2006/relationships/notesSlide" Target="/ppt/notesSlides/notesSlide4.xml" Id="R0c8ae60a060d4e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987d206dd041c4" /><Relationship Type="http://schemas.openxmlformats.org/officeDocument/2006/relationships/image" Target="/ppt/media/image.emf" Id="R25b3232162ec4895" /><Relationship Type="http://schemas.openxmlformats.org/officeDocument/2006/relationships/image" Target="/ppt/media/image2.emf" Id="R206eca1abbe4428c" /><Relationship Type="http://schemas.openxmlformats.org/officeDocument/2006/relationships/notesSlide" Target="/ppt/notesSlides/notesSlide5.xml" Id="R2ac7480c530d47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52ffaaa45841c2" /><Relationship Type="http://schemas.openxmlformats.org/officeDocument/2006/relationships/image" Target="/ppt/media/image.emf" Id="Rdc0264c496144fe1" /><Relationship Type="http://schemas.openxmlformats.org/officeDocument/2006/relationships/image" Target="/ppt/media/image2.emf" Id="Rdcd42749ae134206" /><Relationship Type="http://schemas.openxmlformats.org/officeDocument/2006/relationships/notesSlide" Target="/ppt/notesSlides/notesSlide6.xml" Id="R9accad61108545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726fe6cc3a4727" /><Relationship Type="http://schemas.openxmlformats.org/officeDocument/2006/relationships/image" Target="/ppt/media/image.emf" Id="Ra43783972b9349e0" /><Relationship Type="http://schemas.openxmlformats.org/officeDocument/2006/relationships/image" Target="/ppt/media/image2.emf" Id="R8cf1be1d10c04ad0" /><Relationship Type="http://schemas.openxmlformats.org/officeDocument/2006/relationships/notesSlide" Target="/ppt/notesSlides/notesSlide7.xml" Id="R665ce3ae79844b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82a23991be4986" /><Relationship Type="http://schemas.openxmlformats.org/officeDocument/2006/relationships/image" Target="/ppt/media/image.emf" Id="R350cfe221e4740c5" /><Relationship Type="http://schemas.openxmlformats.org/officeDocument/2006/relationships/image" Target="/ppt/media/image2.emf" Id="R0b167f8584c944a5" /><Relationship Type="http://schemas.openxmlformats.org/officeDocument/2006/relationships/notesSlide" Target="/ppt/notesSlides/notesSlide8.xml" Id="R267f9afb97ef4f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b3123723f7415c" /><Relationship Type="http://schemas.openxmlformats.org/officeDocument/2006/relationships/image" Target="/ppt/media/image.emf" Id="Rad287622eeb64a9a" /><Relationship Type="http://schemas.openxmlformats.org/officeDocument/2006/relationships/image" Target="/ppt/media/image2.emf" Id="Reacedaf7a5274bae" /><Relationship Type="http://schemas.openxmlformats.org/officeDocument/2006/relationships/notesSlide" Target="/ppt/notesSlides/notesSlide9.xml" Id="Rdc2719af5cb94f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8da818f46f4d61" /><Relationship Type="http://schemas.openxmlformats.org/officeDocument/2006/relationships/image" Target="/ppt/media/image.emf" Id="Rdfbf8ac3d255401d" /><Relationship Type="http://schemas.openxmlformats.org/officeDocument/2006/relationships/image" Target="/ppt/media/image2.emf" Id="R9b88f115892c4876" /><Relationship Type="http://schemas.openxmlformats.org/officeDocument/2006/relationships/notesSlide" Target="/ppt/notesSlides/notesSlide10.xml" Id="R472acbc1c1de47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12: Risk Management &amp; Project Estimation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Risk Matrix, Monte Carlo Simulation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E165091-17AA-4A46-919D-B422D1E5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FC54E6-658A-43D7-8654-E5AB772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85E0FA-B442-47BF-9295-D61D6A3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6C6EC-540D-4CC3-BBBD-91F41F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Identify technical, schedule, and resource risks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Build a risk matrix (probability vs impact)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Apply estimation techniques (PERT, story points)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Run a simple Monte Carlo simulation for delivery dates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Present risk mitigation plans to stakeholders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5FFDD9-9A4B-41C2-8C29-B5E7E82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620790D-3C27-4559-B1B0-CD0168E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b9f37ebd740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99ffb818943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E165091-17AA-4A46-919D-B422D1E5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FC54E6-658A-43D7-8654-E5AB772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is Risk Management?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85E0FA-B442-47BF-9295-D61D6A3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Identifying and preparing for the unexpected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6C6EC-540D-4CC3-BBBD-91F41F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Risk = something that MIGHT happen and would cause problems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Types of risks: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Technical: new tech, integration challenges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Schedule: overly optimistic timelines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Resource: key person leaves, budget cuts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External: regulations, market changes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Risk management steps: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Identify risks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Assess probability and impact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Plan mitigation strategies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Monitor and update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5FFDD9-9A4B-41C2-8C29-B5E7E82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620790D-3C27-4559-B1B0-CD0168E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2fba987184c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804c18873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E165091-17AA-4A46-919D-B422D1E5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FC54E6-658A-43D7-8654-E5AB772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Risk Matrix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85E0FA-B442-47BF-9295-D61D6A3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Visualizing risk priorities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6C6EC-540D-4CC3-BBBD-91F41F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Matrix axes: Probability (Low/Med/High) vs Impact (Low/Med/High)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Zones: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Red: high probability + high impact (mitigate immediately)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Yellow: medium (monitor closely)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Green: low (accept or ignore)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'Server outage' = Low probability, High impact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'Third-party API changes' = Med probability, Med impact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Update the matrix weekly throughout the project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5FFDD9-9A4B-41C2-8C29-B5E7E82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620790D-3C27-4559-B1B0-CD0168E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f5e052c174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8dfc036f647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E165091-17AA-4A46-919D-B422D1E5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FC54E6-658A-43D7-8654-E5AB772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Estimation Techniques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85E0FA-B442-47BF-9295-D61D6A3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PERT, three-point, and story points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6C6EC-540D-4CC3-BBBD-91F41F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PERT (Program Evaluation Review Technique):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Optimistic (O), Most Likely (M), Pessimistic (P)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Expected time = (O + 4M + P) / 6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O = 3 days, M = 5 days, P = 13 days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Expected = (3 + 20 + 13) / 6 = 6 days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Story points (from Week 11): relative estimation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Always add buffer: estimates are wrong by nature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5FFDD9-9A4B-41C2-8C29-B5E7E82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620790D-3C27-4559-B1B0-CD0168E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3232162ec4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eca1abbe442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E165091-17AA-4A46-919D-B422D1E5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FC54E6-658A-43D7-8654-E5AB772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Monte Carlo Simulation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85E0FA-B442-47BF-9295-D61D6A3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Predicting delivery dates with probability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6C6EC-540D-4CC3-BBBD-91F41F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Monte Carlo: simulate thousands of possible outcomes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How it works: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For each task: define min, max, most likely duration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Randomly pick a duration for each task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Sum to get total project duration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Repeat 10,000 times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Analyze distribution of results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Output: '50th percentile = 45 days, 85th percentile = 55 days'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Tools: Python script, Excel, Risk management software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5FFDD9-9A4B-41C2-8C29-B5E7E82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620790D-3C27-4559-B1B0-CD0168E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264c496144f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42749ae134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E165091-17AA-4A46-919D-B422D1E5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FC54E6-658A-43D7-8654-E5AB772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Building a Simple Monte Carlo in Python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85E0FA-B442-47BF-9295-D61D6A3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Hands-on example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6C6EC-540D-4CC3-BBBD-91F41F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Sample code structure: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import random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tasks = [{'min': 2, 'max': 5}, ...]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results = []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for _ in range(10000):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total = sum(random.triangular(t['min'], t['max'], t['mode']) for t in tasks)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 results.append(total)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Plot histogram of results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Find percentiles with numpy or manual sorting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Present: 'We have an 85% chance of finishing by June 1'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5FFDD9-9A4B-41C2-8C29-B5E7E82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620790D-3C27-4559-B1B0-CD0168E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783972b9349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1be1d10c04a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E165091-17AA-4A46-919D-B422D1E5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FC54E6-658A-43D7-8654-E5AB772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Risk Generation &amp; Simulation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85E0FA-B442-47BF-9295-D61D6A3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AI-assisted risk analysis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6C6EC-540D-4CC3-BBBD-91F41F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I'm building a social media app. Identify 7 major risks for my project.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generates risks with probability and impact ratings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Build a Monte Carlo simulation script in Python for my project tasks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outputs boilerplate code - customize the inputs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Summarize these risks for an executive presentation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generates a concise risk matrix report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Remember: AI identifies common risks; domain-specific ones need human insight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5FFDD9-9A4B-41C2-8C29-B5E7E82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620790D-3C27-4559-B1B0-CD0168E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cfe221e4740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7f8584c944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E165091-17AA-4A46-919D-B422D1E5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FC54E6-658A-43D7-8654-E5AB772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Risk Communication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85E0FA-B442-47BF-9295-D61D6A3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Presenting to executives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6C6EC-540D-4CC3-BBBD-91F41F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Prepare a 2-minute risk briefing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Assume you're presenting to the CEO/CTO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Structure: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Top 3 risks (name + impact)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Mitigation plan for each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Recommendation (approve plan, accept risk, or change scope)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Tips: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No jargon: 'technical debt' -&gt; 'we need to refactor to add features faster'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Be concise: executives have limited time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Be honest: don't sugarcoat bad news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5FFDD9-9A4B-41C2-8C29-B5E7E82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620790D-3C27-4559-B1B0-CD0168E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87622eeb64a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edaf7a5274b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E165091-17AA-4A46-919D-B422D1E5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FC54E6-658A-43D7-8654-E5AB772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85E0FA-B442-47BF-9295-D61D6A3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12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6C6EC-540D-4CC3-BBBD-91F41F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Risk management: identify -&gt; assess -&gt; mitigate -&gt; monitor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Risk matrix: probability vs impact visualizes priorities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PERT and three-point estimation handle uncertainty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Monte Carlo simulation predicts delivery dates with probability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helps generate risks and build simulation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Communicate risks clearly to stakeholders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Configuration Management &amp; Version Control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Risk register + Monte Carlo simulation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5FFDD9-9A4B-41C2-8C29-B5E7E82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2620790D-3C27-4559-B1B0-CD0168E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f8ac3d25540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8f115892c4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2026-07-14T12:47:02.3970000Z</dcterms:created>
  <dcterms:modified xsi:type="dcterms:W3CDTF">2026-07-14T12:47:02.3970000Z</dcterms:modified>
</coreProperties>
</file>