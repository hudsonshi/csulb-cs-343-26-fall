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69137294c4a27" /><Relationship Type="http://schemas.openxmlformats.org/officeDocument/2006/relationships/extended-properties" Target="/docProps/app.xml" Id="R218fd3e3ba154b50" /><Relationship Type="http://schemas.openxmlformats.org/officeDocument/2006/relationships/officeDocument" Target="/ppt/presentation.xml" Id="R69657be887e247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2bac44b5c34343"/>
  </p:sldMasterIdLst>
  <p:notesMasterIdLst>
    <p:notesMasterId xmlns:r="http://schemas.openxmlformats.org/officeDocument/2006/relationships" r:id="R1470799b552b4e60"/>
  </p:notesMasterIdLst>
  <p:sldIdLst>
    <p:sldId xmlns:r="http://schemas.openxmlformats.org/officeDocument/2006/relationships" id="256" r:id="R72021a9508fe40c0"/>
    <p:sldId xmlns:r="http://schemas.openxmlformats.org/officeDocument/2006/relationships" id="257" r:id="R40b0ed9b6ee945e0"/>
    <p:sldId xmlns:r="http://schemas.openxmlformats.org/officeDocument/2006/relationships" id="258" r:id="Rd9623d5c17d747b0"/>
    <p:sldId xmlns:r="http://schemas.openxmlformats.org/officeDocument/2006/relationships" id="259" r:id="Rbdf6ac32cef849c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a96ff55caa4344" /><Relationship Type="http://schemas.openxmlformats.org/officeDocument/2006/relationships/slideMaster" Target="/ppt/slideMasters/slideMaster1.xml" Id="R372bac44b5c34343" /><Relationship Type="http://schemas.openxmlformats.org/officeDocument/2006/relationships/notesMaster" Target="/ppt/notesMasters/notesMaster1.xml" Id="R1470799b552b4e60" /><Relationship Type="http://schemas.openxmlformats.org/officeDocument/2006/relationships/presProps" Target="/ppt/presProps.xml" Id="R4ddecea39636406f" /><Relationship Type="http://schemas.openxmlformats.org/officeDocument/2006/relationships/viewProps" Target="/ppt/viewProps.xml" Id="Ra07c55ecaf6449b7" /><Relationship Type="http://schemas.openxmlformats.org/officeDocument/2006/relationships/tableStyles" Target="/ppt/tableStyles.xml" Id="R8529b3f7f0bd4076" /><Relationship Type="http://schemas.openxmlformats.org/officeDocument/2006/relationships/slide" Target="/ppt/slides/slide1.xml" Id="R72021a9508fe40c0" /><Relationship Type="http://schemas.openxmlformats.org/officeDocument/2006/relationships/slide" Target="/ppt/slides/slide2.xml" Id="R40b0ed9b6ee945e0" /><Relationship Type="http://schemas.openxmlformats.org/officeDocument/2006/relationships/slide" Target="/ppt/slides/slide3.xml" Id="Rd9623d5c17d747b0" /><Relationship Type="http://schemas.openxmlformats.org/officeDocument/2006/relationships/slide" Target="/ppt/slides/slide4.xml" Id="Rbdf6ac32cef849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f1bfa6d5b948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83f02755874044" /><Relationship Type="http://schemas.openxmlformats.org/officeDocument/2006/relationships/notesMaster" Target="/ppt/notesMasters/notesMaster1.xml" Id="Rb5087082d82441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7b0aa6f4f848b5" /><Relationship Type="http://schemas.openxmlformats.org/officeDocument/2006/relationships/notesMaster" Target="/ppt/notesMasters/notesMaster1.xml" Id="R9ca1abad03e14b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41da506cb84ca1" /><Relationship Type="http://schemas.openxmlformats.org/officeDocument/2006/relationships/notesMaster" Target="/ppt/notesMasters/notesMaster1.xml" Id="R744ada099c3a4cd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c34d436b47449b" /><Relationship Type="http://schemas.openxmlformats.org/officeDocument/2006/relationships/notesMaster" Target="/ppt/notesMasters/notesMaster1.xml" Id="R36461c3cde9a41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f1c2b99bd4ac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2255ff466464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4465eb53214c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8bc9ef8cbe438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8876423c9f4e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ffef32d3e4f3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a41c178d4d43c8" /><Relationship Type="http://schemas.openxmlformats.org/officeDocument/2006/relationships/image" Target="/ppt/media/image.emf" Id="R0f6c6527d0014cc3" /><Relationship Type="http://schemas.openxmlformats.org/officeDocument/2006/relationships/image" Target="/ppt/media/image2.emf" Id="R6449bdb21529452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ec282f82546c0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ac8938c05423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13082C-31C1-488A-9385-8EFC166053F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3A36B1F-F13F-49B3-81D5-E2F72087002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89E723-B2E7-49BC-A3F4-AFBA881B2C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EB60DCB-D0B5-48F3-A6D5-02820DF385F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A22524-76B3-44F1-9105-CA8D652509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CA4651-19CD-4AB7-A6C1-B8FCF62F3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F8ABDEF-532D-4DA8-94B2-9156C86076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A13902-6349-44D0-8691-7DFA9869B93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08E258-C6EB-489D-B1BE-8C1CF9891DC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DB3837D-E6BF-4906-A49A-2732A853DC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96EB6A-141A-4735-AA5E-EC8361E036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421B71A-CB5D-4722-BF73-2928F13E037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AA76217-42AA-4FBD-A313-8F911D3032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421687A-8938-480E-B593-E1DD4F6FDDB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60FA6B1-1B41-4490-BF92-FC41C2C8C6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89ED57-86CB-47CD-AB99-3C3E607677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79B2116-850F-43F1-8063-23C6000A0B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C67570-747D-4456-96C2-1B4B9E9E371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4BBC50C-7661-400C-90C5-3995B803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D160F643-48EE-4D0E-B198-4DC69A28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c6527d0014c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9bdb21529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EEDE8D0-2855-49BC-85D8-316D21C5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F2D5784B-8799-4622-84F4-DA0F171A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c6527d0014c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9bdb21529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FE0240-8550-4BAD-9A33-58EADBB766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50798570-465A-4570-B2A7-F3AEEB943B3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1D30B36-3B73-4943-BF5C-79C54E1FCB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82ea965c880a40bb" /><Relationship Type="http://schemas.openxmlformats.org/officeDocument/2006/relationships/image" Target="/ppt/media/image2.emf" Id="R141e746ec5584fa3" /><Relationship Type="http://schemas.openxmlformats.org/officeDocument/2006/relationships/theme" Target="/ppt/slideMasters/theme/theme2.xml" Id="R6b8c535c3c05478e" /><Relationship Type="http://schemas.openxmlformats.org/officeDocument/2006/relationships/slideLayout" Target="/ppt/slideLayouts/slideLayout1.xml" Id="R31f0e436e2a54954" /><Relationship Type="http://schemas.openxmlformats.org/officeDocument/2006/relationships/slideLayout" Target="/ppt/slideLayouts/slideLayout2.xml" Id="Ref644fcf2cc8489a" /><Relationship Type="http://schemas.openxmlformats.org/officeDocument/2006/relationships/slideLayout" Target="/ppt/slideLayouts/slideLayout3.xml" Id="R871591e547914a57" /><Relationship Type="http://schemas.openxmlformats.org/officeDocument/2006/relationships/slideLayout" Target="/ppt/slideLayouts/slideLayout4.xml" Id="R7a5b245ccf2d488b" /><Relationship Type="http://schemas.openxmlformats.org/officeDocument/2006/relationships/slideLayout" Target="/ppt/slideLayouts/slideLayout5.xml" Id="R1290dad9674d4ce1" /><Relationship Type="http://schemas.openxmlformats.org/officeDocument/2006/relationships/slideLayout" Target="/ppt/slideLayouts/slideLayout6.xml" Id="R26c092b09e504d1e" /><Relationship Type="http://schemas.openxmlformats.org/officeDocument/2006/relationships/slideLayout" Target="/ppt/slideLayouts/slideLayout7.xml" Id="Recad28af3e5e445e" /><Relationship Type="http://schemas.openxmlformats.org/officeDocument/2006/relationships/slideLayout" Target="/ppt/slideLayouts/slideLayout8.xml" Id="Rf6609b9de6a5480f" /><Relationship Type="http://schemas.openxmlformats.org/officeDocument/2006/relationships/slideLayout" Target="/ppt/slideLayouts/slideLayout9.xml" Id="R444870925a354a9e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D60945A-3A26-413E-88D0-46E0B97C26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1DEFEFF-C5CF-44F2-926F-331CB266C0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B3A048C-0A1F-486D-8D0F-35C2AC59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747EF271-594E-470B-B35D-5D6C1A12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a965c880a40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e746ec5584f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8DAD57E-7844-4526-9B5E-84192517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9F482047-E2AD-4B6C-BECA-A416A32B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a965c880a40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1e746ec5584f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f0e436e2a54954"/>
    <p:sldLayoutId xmlns:r="http://schemas.openxmlformats.org/officeDocument/2006/relationships" id="2147483650" r:id="Ref644fcf2cc8489a"/>
    <p:sldLayoutId xmlns:r="http://schemas.openxmlformats.org/officeDocument/2006/relationships" id="2147483651" r:id="R871591e547914a57"/>
    <p:sldLayoutId xmlns:r="http://schemas.openxmlformats.org/officeDocument/2006/relationships" id="2147483652" r:id="R7a5b245ccf2d488b"/>
    <p:sldLayoutId xmlns:r="http://schemas.openxmlformats.org/officeDocument/2006/relationships" id="2147483653" r:id="R1290dad9674d4ce1"/>
    <p:sldLayoutId xmlns:r="http://schemas.openxmlformats.org/officeDocument/2006/relationships" id="2147483654" r:id="R26c092b09e504d1e"/>
    <p:sldLayoutId xmlns:r="http://schemas.openxmlformats.org/officeDocument/2006/relationships" id="2147483655" r:id="Recad28af3e5e445e"/>
    <p:sldLayoutId xmlns:r="http://schemas.openxmlformats.org/officeDocument/2006/relationships" id="2147483656" r:id="Rf6609b9de6a5480f"/>
    <p:sldLayoutId xmlns:r="http://schemas.openxmlformats.org/officeDocument/2006/relationships" id="2147483657" r:id="R444870925a354a9e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3467237b849e5" /><Relationship Type="http://schemas.openxmlformats.org/officeDocument/2006/relationships/notesSlide" Target="/ppt/notesSlides/notesSlide1.xml" Id="R512c8f79b0384f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ca4e4b5122e4e6a" /><Relationship Type="http://schemas.openxmlformats.org/officeDocument/2006/relationships/image" Target="/ppt/media/image.emf" Id="R16ebc8fd48bd42c8" /><Relationship Type="http://schemas.openxmlformats.org/officeDocument/2006/relationships/image" Target="/ppt/media/image2.emf" Id="Raf60be1c07704e5d" /><Relationship Type="http://schemas.openxmlformats.org/officeDocument/2006/relationships/notesSlide" Target="/ppt/notesSlides/notesSlide2.xml" Id="Rbf8ca6f5f9b14f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09aa67f4784d2b" /><Relationship Type="http://schemas.openxmlformats.org/officeDocument/2006/relationships/image" Target="/ppt/media/image.emf" Id="R2f9ac154e9f64b4b" /><Relationship Type="http://schemas.openxmlformats.org/officeDocument/2006/relationships/image" Target="/ppt/media/image2.emf" Id="R772270a96c8c4940" /><Relationship Type="http://schemas.openxmlformats.org/officeDocument/2006/relationships/notesSlide" Target="/ppt/notesSlides/notesSlide3.xml" Id="R03370926b3ed4f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ccfc0fa2bb44f9" /><Relationship Type="http://schemas.openxmlformats.org/officeDocument/2006/relationships/image" Target="/ppt/media/image.emf" Id="R44737297237c4617" /><Relationship Type="http://schemas.openxmlformats.org/officeDocument/2006/relationships/image" Target="/ppt/media/image2.emf" Id="Rdb441b0b009a4702" /><Relationship Type="http://schemas.openxmlformats.org/officeDocument/2006/relationships/notesSlide" Target="/ppt/notesSlides/notesSlide4.xml" Id="R09a2be9efea347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12 Assignment: Risk Register &amp; Simulation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Excel + Jupyter Notebook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3266D2D-E10F-47C0-813F-6C21A2B6C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B77E9ED-D210-499D-84A7-61935186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57858C-F3D2-4AB5-97BF-3CBBE6C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Risk management for your course project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0004FBA-E24C-4446-830A-5D0AB15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Identify 5-7 major risks for your course project.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Tasks: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1. Create a risk register (Excel or Google Sheets) with: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• Risk description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• Probability (Low/Med/High)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• Impact (Low/Med/High)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• Risk score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 • Mitigation plan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2. Use AI to build a simple Monte Carlo simulation in Python (Jupyter Notebook)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3. Predict 50th and 85th percentile completion dates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4. Create a 1-slide executive summary (PDF)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420EDE-9F4C-407E-ACD2-081FE683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1F77ACE-D909-464F-87F1-5453633C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bc8fd48bd42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0be1c07704e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3266D2D-E10F-47C0-813F-6C21A2B6C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B77E9ED-D210-499D-84A7-61935186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57858C-F3D2-4AB5-97BF-3CBBE6C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0004FBA-E24C-4446-830A-5D0AB15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 register matrix (Excel/Google Sheets)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Jupyter Notebook (.ipynb) with: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Monte Carlo simulation code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Histogram chart of results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Percentile calculations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1-slide executive summary PDF with: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Top 3 risks + mitigation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50th and 85th percentile delivery dates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Add risk response strategies for each risk (avoid, mitigate, transfer, accept).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420EDE-9F4C-407E-ACD2-081FE683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1F77ACE-D909-464F-87F1-5453633C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ac154e9f64b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270a96c8c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3266D2D-E10F-47C0-813F-6C21A2B6CC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B77E9ED-D210-499D-84A7-61935186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457858C-F3D2-4AB5-97BF-3CBBE6C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0004FBA-E24C-4446-830A-5D0AB15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 register with 5-7 risks (3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 scores and mitigation plans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Monte Carlo simulation working correctly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Histogram and percentile outputs (1 pt)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Executive summary slide (1 pt)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On-time submission (1 pt)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8420EDE-9F4C-407E-ACD2-081FE683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41F77ACE-D909-464F-87F1-5453633C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37297237c46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441b0b009a47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2026-07-14T12:47:02.7720000Z</dcterms:created>
  <dcterms:modified xsi:type="dcterms:W3CDTF">2026-07-14T12:47:02.7720000Z</dcterms:modified>
</coreProperties>
</file>