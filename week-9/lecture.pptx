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1e8a3765934cd8" /><Relationship Type="http://schemas.openxmlformats.org/officeDocument/2006/relationships/extended-properties" Target="/docProps/app.xml" Id="R46d2719adf08411b" /><Relationship Type="http://schemas.openxmlformats.org/officeDocument/2006/relationships/officeDocument" Target="/ppt/presentation.xml" Id="Rbfd7fae588e641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33719127344ccd"/>
  </p:sldMasterIdLst>
  <p:notesMasterIdLst>
    <p:notesMasterId xmlns:r="http://schemas.openxmlformats.org/officeDocument/2006/relationships" r:id="R27b6c6cad3c04c48"/>
  </p:notesMasterIdLst>
  <p:sldIdLst>
    <p:sldId xmlns:r="http://schemas.openxmlformats.org/officeDocument/2006/relationships" id="256" r:id="R14f695ba55624616"/>
    <p:sldId xmlns:r="http://schemas.openxmlformats.org/officeDocument/2006/relationships" id="257" r:id="R91e5ea3e749f4156"/>
    <p:sldId xmlns:r="http://schemas.openxmlformats.org/officeDocument/2006/relationships" id="258" r:id="R8f99e4e32fb14704"/>
    <p:sldId xmlns:r="http://schemas.openxmlformats.org/officeDocument/2006/relationships" id="259" r:id="R3a18db08774e4976"/>
    <p:sldId xmlns:r="http://schemas.openxmlformats.org/officeDocument/2006/relationships" id="260" r:id="R2fafddd4d6b84fbd"/>
    <p:sldId xmlns:r="http://schemas.openxmlformats.org/officeDocument/2006/relationships" id="261" r:id="R6073a305083e4a73"/>
    <p:sldId xmlns:r="http://schemas.openxmlformats.org/officeDocument/2006/relationships" id="262" r:id="R96cda885f15c4f9b"/>
    <p:sldId xmlns:r="http://schemas.openxmlformats.org/officeDocument/2006/relationships" id="263" r:id="R8b251c0e48804aac"/>
    <p:sldId xmlns:r="http://schemas.openxmlformats.org/officeDocument/2006/relationships" id="264" r:id="Re45be55d63f64ac7"/>
    <p:sldId xmlns:r="http://schemas.openxmlformats.org/officeDocument/2006/relationships" id="265" r:id="Rc87e3ae2a4ae47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cda1773baa4158" /><Relationship Type="http://schemas.openxmlformats.org/officeDocument/2006/relationships/slideMaster" Target="/ppt/slideMasters/slideMaster1.xml" Id="R0433719127344ccd" /><Relationship Type="http://schemas.openxmlformats.org/officeDocument/2006/relationships/notesMaster" Target="/ppt/notesMasters/notesMaster1.xml" Id="R27b6c6cad3c04c48" /><Relationship Type="http://schemas.openxmlformats.org/officeDocument/2006/relationships/presProps" Target="/ppt/presProps.xml" Id="R2f5d01dba6d64ca9" /><Relationship Type="http://schemas.openxmlformats.org/officeDocument/2006/relationships/viewProps" Target="/ppt/viewProps.xml" Id="R2094bed7fc094de1" /><Relationship Type="http://schemas.openxmlformats.org/officeDocument/2006/relationships/tableStyles" Target="/ppt/tableStyles.xml" Id="R8412bdae3d024a80" /><Relationship Type="http://schemas.openxmlformats.org/officeDocument/2006/relationships/slide" Target="/ppt/slides/slide1.xml" Id="R14f695ba55624616" /><Relationship Type="http://schemas.openxmlformats.org/officeDocument/2006/relationships/slide" Target="/ppt/slides/slide2.xml" Id="R91e5ea3e749f4156" /><Relationship Type="http://schemas.openxmlformats.org/officeDocument/2006/relationships/slide" Target="/ppt/slides/slide3.xml" Id="R8f99e4e32fb14704" /><Relationship Type="http://schemas.openxmlformats.org/officeDocument/2006/relationships/slide" Target="/ppt/slides/slide4.xml" Id="R3a18db08774e4976" /><Relationship Type="http://schemas.openxmlformats.org/officeDocument/2006/relationships/slide" Target="/ppt/slides/slide5.xml" Id="R2fafddd4d6b84fbd" /><Relationship Type="http://schemas.openxmlformats.org/officeDocument/2006/relationships/slide" Target="/ppt/slides/slide6.xml" Id="R6073a305083e4a73" /><Relationship Type="http://schemas.openxmlformats.org/officeDocument/2006/relationships/slide" Target="/ppt/slides/slide7.xml" Id="R96cda885f15c4f9b" /><Relationship Type="http://schemas.openxmlformats.org/officeDocument/2006/relationships/slide" Target="/ppt/slides/slide8.xml" Id="R8b251c0e48804aac" /><Relationship Type="http://schemas.openxmlformats.org/officeDocument/2006/relationships/slide" Target="/ppt/slides/slide9.xml" Id="Re45be55d63f64ac7" /><Relationship Type="http://schemas.openxmlformats.org/officeDocument/2006/relationships/slide" Target="/ppt/slides/slide10.xml" Id="Rc87e3ae2a4ae47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20dcafab9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072b5eba0f4466" /><Relationship Type="http://schemas.openxmlformats.org/officeDocument/2006/relationships/notesMaster" Target="/ppt/notesMasters/notesMaster1.xml" Id="Rd2fe5b0bc39c49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08689792c84962" /><Relationship Type="http://schemas.openxmlformats.org/officeDocument/2006/relationships/notesMaster" Target="/ppt/notesMasters/notesMaster1.xml" Id="Rb52702b5bea74e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08566db4ad46ea" /><Relationship Type="http://schemas.openxmlformats.org/officeDocument/2006/relationships/notesMaster" Target="/ppt/notesMasters/notesMaster1.xml" Id="R421850f5d6d544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e0e5900ae64b63" /><Relationship Type="http://schemas.openxmlformats.org/officeDocument/2006/relationships/notesMaster" Target="/ppt/notesMasters/notesMaster1.xml" Id="Rd158d8ed319f41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b7b8f642fb457a" /><Relationship Type="http://schemas.openxmlformats.org/officeDocument/2006/relationships/notesMaster" Target="/ppt/notesMasters/notesMaster1.xml" Id="Rf1682a8f78f047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1fb1348750448a" /><Relationship Type="http://schemas.openxmlformats.org/officeDocument/2006/relationships/notesMaster" Target="/ppt/notesMasters/notesMaster1.xml" Id="R73bb0cbe519d45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b75142546f4a9e" /><Relationship Type="http://schemas.openxmlformats.org/officeDocument/2006/relationships/notesMaster" Target="/ppt/notesMasters/notesMaster1.xml" Id="Rfd7a89fe1f1f4f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8e73146254482d" /><Relationship Type="http://schemas.openxmlformats.org/officeDocument/2006/relationships/notesMaster" Target="/ppt/notesMasters/notesMaster1.xml" Id="R75ad5b9614574b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3bbb39da014de5" /><Relationship Type="http://schemas.openxmlformats.org/officeDocument/2006/relationships/notesMaster" Target="/ppt/notesMasters/notesMaster1.xml" Id="R45e758f7457b46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7e920c393d4314" /><Relationship Type="http://schemas.openxmlformats.org/officeDocument/2006/relationships/notesMaster" Target="/ppt/notesMasters/notesMaster1.xml" Id="Rc40c432531284e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b449fe9d54b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221c4495f4c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d74bf7e6a44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e3a7cf4ec47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5c4e444d546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57d03756342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87aa516034085" /><Relationship Type="http://schemas.openxmlformats.org/officeDocument/2006/relationships/image" Target="/ppt/media/image.emf" Id="Rc738f1f9f76d47df" /><Relationship Type="http://schemas.openxmlformats.org/officeDocument/2006/relationships/image" Target="/ppt/media/image2.emf" Id="R270edb56003a4d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5653a17d541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e830250774b3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C5BE20-3536-4A8A-9257-EBEAEDC5679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AA19894-3979-4F72-B7CA-4C1032315A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8CE7DB-C1F1-46DD-AE8B-0FE94AB5F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4FA969-2B06-40A7-BAC8-9A65D169B1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800498-FB9A-4FD9-A4B1-1AD827176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2023AF-4F14-4C0E-BCD2-D4C890E22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9AE500-8DF3-474C-81B3-028A6FC33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8F841C-0317-4EFE-B42E-29062B9CE9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3FEF1D-65B9-4AF0-9364-9475499526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0AEE1F-69B7-441E-AE86-A6138F330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5DA676-42E2-4956-85EB-A6B58006CD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9071A7-4FD6-4712-B668-C122E4E8578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262A5EA-26C0-4286-ADEE-C1CDB737283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2BD119-B711-4CBA-8618-CBF36DFC1E0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5D8B3-A43A-46C2-A16C-857004F3B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D5DFC6-6A04-449A-8A00-6B4214EC9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D73BE0-B0CA-4616-9EFA-D37FF961E4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0DD9473-18D3-481E-936B-79372585B3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304185-08BE-4380-AF46-DCE90343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AC8433A1-1FB9-476D-963E-AC583705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8f1f9f76d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edb56003a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E44D388-EC88-4913-A82A-F47F95D0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A0519971-9FBD-4DA7-92A4-BDE092EB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8f1f9f76d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edb56003a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755F97-53C1-4F1A-964E-23B0C8540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2AD7A77-B7B4-4B88-A9A4-1864129715B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39F3C47-C970-4196-B26C-4D002D0D07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096d7082240749bd" /><Relationship Type="http://schemas.openxmlformats.org/officeDocument/2006/relationships/image" Target="/ppt/media/image2.emf" Id="R39a6839f06164d9b" /><Relationship Type="http://schemas.openxmlformats.org/officeDocument/2006/relationships/theme" Target="/ppt/slideMasters/theme/theme2.xml" Id="Rc8cdd457fe794692" /><Relationship Type="http://schemas.openxmlformats.org/officeDocument/2006/relationships/slideLayout" Target="/ppt/slideLayouts/slideLayout1.xml" Id="R13850f082f8c4264" /><Relationship Type="http://schemas.openxmlformats.org/officeDocument/2006/relationships/slideLayout" Target="/ppt/slideLayouts/slideLayout2.xml" Id="R9f9b83b68a5d4478" /><Relationship Type="http://schemas.openxmlformats.org/officeDocument/2006/relationships/slideLayout" Target="/ppt/slideLayouts/slideLayout3.xml" Id="Ree9337150e4340af" /><Relationship Type="http://schemas.openxmlformats.org/officeDocument/2006/relationships/slideLayout" Target="/ppt/slideLayouts/slideLayout4.xml" Id="Rcbaf063cf21a4279" /><Relationship Type="http://schemas.openxmlformats.org/officeDocument/2006/relationships/slideLayout" Target="/ppt/slideLayouts/slideLayout5.xml" Id="R676eda0f138e46de" /><Relationship Type="http://schemas.openxmlformats.org/officeDocument/2006/relationships/slideLayout" Target="/ppt/slideLayouts/slideLayout6.xml" Id="R635d9b4464de48da" /><Relationship Type="http://schemas.openxmlformats.org/officeDocument/2006/relationships/slideLayout" Target="/ppt/slideLayouts/slideLayout7.xml" Id="R5b641404460d4ccf" /><Relationship Type="http://schemas.openxmlformats.org/officeDocument/2006/relationships/slideLayout" Target="/ppt/slideLayouts/slideLayout8.xml" Id="R023bba50a1724166" /><Relationship Type="http://schemas.openxmlformats.org/officeDocument/2006/relationships/slideLayout" Target="/ppt/slideLayouts/slideLayout9.xml" Id="R4679be8803434e2d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D78925-88FD-4194-B0DA-F5B6CBA82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760190-F84D-4C65-B3A5-895A164E2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969D605-78B3-4033-B2BD-B9C19CDF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67C05AEE-4D3F-4829-94FE-20A17617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d7082240749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6839f06164d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3A3457E-70F3-4A76-B4BD-B0395EE5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970EAB77-DB4B-48FE-95CE-9D96A21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d7082240749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6839f06164d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850f082f8c4264"/>
    <p:sldLayoutId xmlns:r="http://schemas.openxmlformats.org/officeDocument/2006/relationships" id="2147483650" r:id="R9f9b83b68a5d4478"/>
    <p:sldLayoutId xmlns:r="http://schemas.openxmlformats.org/officeDocument/2006/relationships" id="2147483651" r:id="Ree9337150e4340af"/>
    <p:sldLayoutId xmlns:r="http://schemas.openxmlformats.org/officeDocument/2006/relationships" id="2147483652" r:id="Rcbaf063cf21a4279"/>
    <p:sldLayoutId xmlns:r="http://schemas.openxmlformats.org/officeDocument/2006/relationships" id="2147483653" r:id="R676eda0f138e46de"/>
    <p:sldLayoutId xmlns:r="http://schemas.openxmlformats.org/officeDocument/2006/relationships" id="2147483654" r:id="R635d9b4464de48da"/>
    <p:sldLayoutId xmlns:r="http://schemas.openxmlformats.org/officeDocument/2006/relationships" id="2147483655" r:id="R5b641404460d4ccf"/>
    <p:sldLayoutId xmlns:r="http://schemas.openxmlformats.org/officeDocument/2006/relationships" id="2147483656" r:id="R023bba50a1724166"/>
    <p:sldLayoutId xmlns:r="http://schemas.openxmlformats.org/officeDocument/2006/relationships" id="2147483657" r:id="R4679be8803434e2d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017b168d448f8" /><Relationship Type="http://schemas.openxmlformats.org/officeDocument/2006/relationships/notesSlide" Target="/ppt/notesSlides/notesSlide1.xml" Id="R160353fe7920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226acd6e2746de" /><Relationship Type="http://schemas.openxmlformats.org/officeDocument/2006/relationships/image" Target="/ppt/media/image.emf" Id="Rf1039676dad14105" /><Relationship Type="http://schemas.openxmlformats.org/officeDocument/2006/relationships/image" Target="/ppt/media/image2.emf" Id="Rd7e10c2c42004250" /><Relationship Type="http://schemas.openxmlformats.org/officeDocument/2006/relationships/notesSlide" Target="/ppt/notesSlides/notesSlide2.xml" Id="Raa2e46eb523444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ce80f8ddc54dbb" /><Relationship Type="http://schemas.openxmlformats.org/officeDocument/2006/relationships/image" Target="/ppt/media/image.emf" Id="Rb71d860218ab422e" /><Relationship Type="http://schemas.openxmlformats.org/officeDocument/2006/relationships/image" Target="/ppt/media/image2.emf" Id="R4f3bf99a8f9b4400" /><Relationship Type="http://schemas.openxmlformats.org/officeDocument/2006/relationships/notesSlide" Target="/ppt/notesSlides/notesSlide3.xml" Id="R6f586c79465846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f8aa9c12434af0" /><Relationship Type="http://schemas.openxmlformats.org/officeDocument/2006/relationships/image" Target="/ppt/media/image.emf" Id="Rc4325f93c1c645c0" /><Relationship Type="http://schemas.openxmlformats.org/officeDocument/2006/relationships/image" Target="/ppt/media/image2.emf" Id="R71ef9cc5e45747ca" /><Relationship Type="http://schemas.openxmlformats.org/officeDocument/2006/relationships/notesSlide" Target="/ppt/notesSlides/notesSlide4.xml" Id="R5cc5c1d835d844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788b26ced2480a" /><Relationship Type="http://schemas.openxmlformats.org/officeDocument/2006/relationships/image" Target="/ppt/media/image.emf" Id="Rc8318f7b93cd4759" /><Relationship Type="http://schemas.openxmlformats.org/officeDocument/2006/relationships/image" Target="/ppt/media/image2.emf" Id="Rbfc556a16f8e4c7b" /><Relationship Type="http://schemas.openxmlformats.org/officeDocument/2006/relationships/notesSlide" Target="/ppt/notesSlides/notesSlide5.xml" Id="R3acb0605d54944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87ebc395344c14" /><Relationship Type="http://schemas.openxmlformats.org/officeDocument/2006/relationships/image" Target="/ppt/media/image.emf" Id="R05a786fdf1834746" /><Relationship Type="http://schemas.openxmlformats.org/officeDocument/2006/relationships/image" Target="/ppt/media/image2.emf" Id="R08f149ec27c44db6" /><Relationship Type="http://schemas.openxmlformats.org/officeDocument/2006/relationships/notesSlide" Target="/ppt/notesSlides/notesSlide6.xml" Id="R2697d153d86844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d6da912ca34300" /><Relationship Type="http://schemas.openxmlformats.org/officeDocument/2006/relationships/image" Target="/ppt/media/image.emf" Id="R31a3445fa12f4599" /><Relationship Type="http://schemas.openxmlformats.org/officeDocument/2006/relationships/image" Target="/ppt/media/image2.emf" Id="Rf36c7f37ce6f46df" /><Relationship Type="http://schemas.openxmlformats.org/officeDocument/2006/relationships/notesSlide" Target="/ppt/notesSlides/notesSlide7.xml" Id="R75af5df7d76648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9940d4ba774464" /><Relationship Type="http://schemas.openxmlformats.org/officeDocument/2006/relationships/image" Target="/ppt/media/image.emf" Id="R99fb9f91c4c545ce" /><Relationship Type="http://schemas.openxmlformats.org/officeDocument/2006/relationships/image" Target="/ppt/media/image2.emf" Id="R83df4c07968048fd" /><Relationship Type="http://schemas.openxmlformats.org/officeDocument/2006/relationships/notesSlide" Target="/ppt/notesSlides/notesSlide8.xml" Id="R736077d20ba24e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53b44c51c34e3f" /><Relationship Type="http://schemas.openxmlformats.org/officeDocument/2006/relationships/image" Target="/ppt/media/image.emf" Id="R41609438964d4ffa" /><Relationship Type="http://schemas.openxmlformats.org/officeDocument/2006/relationships/image" Target="/ppt/media/image2.emf" Id="R0df35d73a0484e06" /><Relationship Type="http://schemas.openxmlformats.org/officeDocument/2006/relationships/notesSlide" Target="/ppt/notesSlides/notesSlide9.xml" Id="R7bd945a0b69548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7287b0662e4521" /><Relationship Type="http://schemas.openxmlformats.org/officeDocument/2006/relationships/image" Target="/ppt/media/image.emf" Id="R4f7cc5d52ff542b6" /><Relationship Type="http://schemas.openxmlformats.org/officeDocument/2006/relationships/image" Target="/ppt/media/image2.emf" Id="Rf16c7aee1a784de8" /><Relationship Type="http://schemas.openxmlformats.org/officeDocument/2006/relationships/notesSlide" Target="/ppt/notesSlides/notesSlide10.xml" Id="R594b14808ec340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9: CI/CD &amp; DevOps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Jenkins, GitHub Actions, Kubernetes, Monitoring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Set up a CI/CD pipeline with GitHub Actions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Understand Jenkins pipeline structure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Deploy containerized apps to a staging environment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Monitor applications with Grafana/Prometheus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Handle incidents with calm, structured troubleshooting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39676dad14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10c2c42004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is CI/CD?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Continuous Integration / Continuous Deployment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CI: automatically build and test on every commit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CD: automatically deploy to staging/production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Catch bugs early (within minutes)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Reduce manual work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Consistent deployment process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Faster feedback loop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 principle: if it hurts, do it more often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CI/CD pipeline: code -&gt; build -&gt; test -&gt; deploy -&gt; monitor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d860218ab42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bf99a8f9b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GitHub Actions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CI/CD built into GitHub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9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YAML-based workflows in .github/workflows/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 structure: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name: CI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on: [push]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jobs: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test: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  runs-on: ubuntu-latest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  steps: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    - uses: actions/checkout@v3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    - run: pip install -r requirements.txt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    - run: pytest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Triggers: push, pull_request, schedule (cron)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Matrix builds: test multiple Python versions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Actions Marketplace: pre-built steps (Docker, deploy, etc.)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25f93c1c645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f9cc5e457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Jenkins Pipelines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The industry-standard CI/CD tool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Jenkins: self-hosted automation server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Pipeline as Code: Jenkinsfile (declarative or scripted)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Stages: Build -&gt; Test -&gt; Deploy -&gt; Notify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Plugins: Git, Docker, Slack, JUnit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Jenkins vs GitHub Actions: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Jenkins: more flexible, self-hosted, complex setup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GitHub Actions: simpler, cloud-hosted, tight GitHub integration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Choose based on team size, infra, and requirements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18f7b93cd4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556a16f8e4c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Container Orchestration (Kubernetes)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Managing containers at scale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Kubernetes (K8s): orchestrate container deployments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Pod: smallest deployable unit (1+ containers)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Deployment: desired state (how many replicas)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Service: stable network endpoint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Minikube: local K8s for development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kubectl: command-line tool for K8s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Benefits: auto-scaling, self-healing, rolling updates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Basic: focus on concepts, not deep K8s admin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786fdf1834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149ec27c44d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Monitoring: Grafana &amp; Prometheus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Observing system health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Prometheus: collects metrics (CPU, memory, request count, errors)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Grafana: visualize metrics in dashboards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metrics to monitor: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Request rate (req/s)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Error rate (%) - track 5xx errors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Latency percentiles (p50, p95, p99)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Resource usage (CPU, memory, disk)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Alerts: notify team when metrics exceed thresholds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detect anomalies in log patterns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3445fa12f45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c7f37ce6f46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Troubleshooting Pipelines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AI-driven failure analysis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When a pipeline fails, copy the error log to AI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My CI pipeline failed with this error. Can you help debug it?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analyzes the log and suggests fixes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issues: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Dependency version conflicts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Test environment differences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Missing environment variables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Permission denied errors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also suggest pipeline optimizations (caching, parallel jobs)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b9f91c4c545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f4c07968048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Incident Response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Simulating a deployment failure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The instructor simulates a deployment failure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Example: 'After deployment, users get 500 errors'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Practice calm, structured troubleshooting: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Assess scope: all users or some?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Check recent changes (git log, CI/CD history)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Check monitoring dashboards (Grafana)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Rollback if needed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Document findings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Stay calm, follow a process, communicate clearly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09438964d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35d73a048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64A9E19-797E-4F44-9EDE-DE4FCE823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4A815E-34F1-4CAD-BF57-243F265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FB3310-06FC-4D82-940E-259ACC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9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CDC92-9060-40F4-970A-ABDA85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CI/CD automates build/test/deploy pipeline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GitHub Actions is simple and Git-integrated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Kubernetes manages container deployments at scale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Prometheus + Grafana monitor system health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helps debug pipeline failures faster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Incident response: stay calm and follow a process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Software Reuse &amp; Open Source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Automated deployment pipeline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7DF4DB-E8B6-403B-858B-93E61DF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703D6163-D981-4372-9F2A-C5C8DB7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cc5d52ff542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c7aee1a784d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2026-07-14T12:47:00.4700000Z</dcterms:created>
  <dcterms:modified xsi:type="dcterms:W3CDTF">2026-07-14T12:47:00.4700000Z</dcterms:modified>
</coreProperties>
</file>