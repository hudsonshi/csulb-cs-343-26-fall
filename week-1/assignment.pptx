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riangle 10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5" name="Rectangle 14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Triangle 15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6600"/>
            <a:ext cx="10515600" cy="95408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9020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riangle 8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3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4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  <p:sp>
        <p:nvSpPr>
          <p:cNvPr id="13" name="Rectangle 12"/>
          <p:cNvSpPr>
            <a:spLocks noGrp="1"/>
          </p:cNvSpPr>
          <p:nvPr/>
        </p:nvSpPr>
        <p:spPr>
          <a:xfrm>
            <a:off x="0" y="6365206"/>
            <a:ext cx="12191999" cy="4927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riangle 13"/>
          <p:cNvSpPr>
            <a:spLocks noGrp="1"/>
          </p:cNvSpPr>
          <p:nvPr/>
        </p:nvSpPr>
        <p:spPr>
          <a:xfrm>
            <a:off x="399809" y="6121400"/>
            <a:ext cx="1057835" cy="52862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7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8475" y="6568838"/>
            <a:ext cx="1800223" cy="122236"/>
          </a:xfrm>
          <a:prstGeom prst="rect">
            <a:avLst/>
          </a:prstGeom>
        </p:spPr>
      </p:pic>
      <p:pic>
        <p:nvPicPr>
          <p:cNvPr id="28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175" y="6517524"/>
            <a:ext cx="2248719" cy="2248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 Assignment: Environment Validation</a:t>
            </a:r>
            <a:endParaRPr sz="27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0574"/>
            <a:ext cx="9144000" cy="1655762"/>
          </a:xfrm>
        </p:spPr>
        <p:txBody>
          <a:bodyPr vert="horz" lIns="91440" tIns="45720" rIns="91440" bIns="45720" anchor="t">
            <a:normAutofit/>
          </a:bodyPr>
          <a:lstStyle/>
          <a:p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Submit via GitHub Classroom</a:t>
            </a:r>
            <a:endParaRPr sz="18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94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Environment Validation &amp; AI Hello World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Task: Set up your complete development environment and create a Hello World CLI with AI assistance.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endParaRPr sz="1200"/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Requirements: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 Python 3.12+, PyCharm Community/Pro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Set up Git with SSH key on GitHub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Install PostgreSQL and DBeaver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a virtual env and install requests package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Copilot/ChatGPT to scaffold a CLI that prints your name + today's date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Push to GitHub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Checklist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What to turn in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GitHub repo URL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Screenshots of: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python --version output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PostgreSQL running (DBeaver connected)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Virtual environment activated with pip list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Your CLI script running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Git log showing commits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endParaRPr sz="1200"/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Configure a PyPI mirror for faster installs.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39788" y="1392943"/>
            <a:ext cx="88056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  <a:endParaRPr sz="2100" b="1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39788" y="2134184"/>
            <a:ext cx="52997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How you will be graded</a:t>
            </a:r>
            <a:endParaRPr sz="1350" b="1">
              <a:solidFill>
                <a:srgbClr val="44546A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839788" y="3292168"/>
            <a:ext cx="679472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Python + venv properly set up (2 pts)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repo with meaningful commits (2 pts)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PostgreSQL + DBeaver installed and connected (2 pts)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CLI project runs correctly (2 pts)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Screenshots submitted for all steps (2 pts)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endParaRPr sz="1200"/>
          </a:p>
          <a:p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Tip: Use ChatGPT to debug error messages. Document what you learned!</a:t>
            </a:r>
            <a:endParaRPr sz="120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0" y="6353547"/>
            <a:ext cx="12192000" cy="50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0" name="Triangle 9"/>
          <p:cNvSpPr>
            <a:spLocks noGrp="1"/>
          </p:cNvSpPr>
          <p:nvPr/>
        </p:nvSpPr>
        <p:spPr>
          <a:xfrm>
            <a:off x="399810" y="6103973"/>
            <a:ext cx="1057836" cy="54112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21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476" y="6561997"/>
            <a:ext cx="1800224" cy="125128"/>
          </a:xfrm>
          <a:prstGeom prst="rect">
            <a:avLst/>
          </a:prstGeom>
        </p:spPr>
      </p:pic>
      <p:pic>
        <p:nvPicPr>
          <p:cNvPr id="2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76" y="6509469"/>
            <a:ext cx="2248720" cy="230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1164</Words>
  <Application>WPS 演示</Application>
  <PresentationFormat>Converted Presentation</PresentationFormat>
  <Paragraphs>52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宋体</vt:lpstr>
      <vt:lpstr>Wingdings</vt:lpstr>
      <vt:lpstr>Helvetica</vt:lpstr>
      <vt:lpstr>Helvetica Neue</vt:lpstr>
      <vt:lpstr>Arial</vt:lpstr>
      <vt:lpstr>Franklin Gothic Book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华文楷体</vt:lpstr>
      <vt:lpstr>Calibri</vt:lpstr>
      <vt:lpstr>Helvetica Neue</vt:lpstr>
      <vt:lpstr>Helvetica</vt:lpstr>
      <vt:lpstr>LBSU</vt:lpstr>
      <vt:lpstr>Week 1 Assignment: Environment Validation</vt:lpstr>
      <vt:lpstr> 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CSULB CS 343Week 1 Assignment: Environment Validation</dc:title>
  <dc:creator>Walnut Exporter</dc:creator>
  <cp:lastModifiedBy>Handa Shi  施翰達也</cp:lastModifiedBy>
  <cp:revision>1</cp:revision>
  <dcterms:created xsi:type="dcterms:W3CDTF">2026-07-14T12:44:59Z</dcterms:created>
  <dcterms:modified xsi:type="dcterms:W3CDTF">2026-07-14T12:44:59Z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A63C6C3017F02E774B2F566A19505C4A_42</vt:lpwstr>
  </property>
  <property fmtid="{D5CDD505-2E9C-101B-9397-08002B2CF9AE}" pid="3" name="KSOProductBuildVer">
    <vt:lpwstr>2052-12.1.26035.26035</vt:lpwstr>
  </property>
</Properties>
</file>