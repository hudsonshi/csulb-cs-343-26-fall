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embeddedFontLst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riangle 10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  <p:sp>
        <p:nvSpPr>
          <p:cNvPr id="15" name="Rectangle 14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riangle 15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2.emf"/><Relationship Id="rId10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6600"/>
            <a:ext cx="10515600" cy="95408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020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riangle 8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3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4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  <p:sp>
        <p:nvSpPr>
          <p:cNvPr id="13" name="Rectangle 12"/>
          <p:cNvSpPr>
            <a:spLocks noGrp="1"/>
          </p:cNvSpPr>
          <p:nvPr/>
        </p:nvSpPr>
        <p:spPr>
          <a:xfrm>
            <a:off x="0" y="6365206"/>
            <a:ext cx="12191999" cy="492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riangle 13"/>
          <p:cNvSpPr>
            <a:spLocks noGrp="1"/>
          </p:cNvSpPr>
          <p:nvPr/>
        </p:nvSpPr>
        <p:spPr>
          <a:xfrm>
            <a:off x="399809" y="6121400"/>
            <a:ext cx="1057835" cy="52862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7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475" y="6568838"/>
            <a:ext cx="1800223" cy="122236"/>
          </a:xfrm>
          <a:prstGeom prst="rect">
            <a:avLst/>
          </a:prstGeom>
        </p:spPr>
      </p:pic>
      <p:pic>
        <p:nvPicPr>
          <p:cNvPr id="28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175" y="6517524"/>
            <a:ext cx="2248719" cy="2248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  <a:endParaRPr sz="27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1: Foundations &amp; Environment Setup</a:t>
            </a:r>
            <a:endParaRPr sz="27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0574"/>
            <a:ext cx="9144000" cy="1655762"/>
          </a:xfrm>
        </p:spPr>
        <p:txBody>
          <a:bodyPr vert="horz" lIns="91440" tIns="45720" rIns="91440" bIns="45720" anchor="t">
            <a:normAutofit/>
          </a:bodyPr>
          <a:lstStyle/>
          <a:p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Python 3, Git, PyCharm, PostgreSQL</a:t>
            </a:r>
            <a:endParaRPr sz="18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What you will achieve today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Set up a complete Python 3 development environment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Configure virtual environments and manage dependencies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Git for version control (init, clone, commit, push)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Install and connect to PostgreSQL with DBeaver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Scaffold a CLI project using AI assistance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Why Environment Setup Matters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 clean foundation prevents headaches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Every developer needs a reproducible environment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'It works on my machine' causes real team friction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Virtual environments isolate project dependencies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Version control is the backbone of collaboration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tools (Copilot, Claude) rely on a working dev setup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We will validate everything with Hello World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Python 3 &amp; Virtual Environments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venv, pip, and uv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Python 3: latest stable (3.12+) recommended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pip: package installer for Python (pip install &lt;pkg&gt;)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Creating a virtual env: python3 -m venv .venv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Activation: source .venv/bin/activate (Mac/Linux)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Windows: .venv\Scripts\activate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.env files for environment variables (python-dotenv lib)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uv: fast Rust-based alternative to pip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Git &amp; GitHub Basics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init, clone, commit, push, pull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Git: distributed version control system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init: create a new repository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clone &lt;url&gt;: copy a remote repo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add . + git commit -m 'msg': save a snapshot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push / git pull: sync with GitHub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SSH key setup: ssh-keygen -&gt; add to github.com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.gitignore: exclude __pycache__, .env, .venv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Demo: scaffold a CLI project with Copilot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PostgreSQL &amp; DBeaver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Database setup for the course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PostgreSQL: powerful open-source relational database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Install via: brew install postgresql (Mac) / apt install postgresql (Linux)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Start: brew services start postgresql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Create database: createdb cs343_lab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Connect: psql cs343_lab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DBeaver: universal DB GUI (supports many DB engines)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Connect DBeaver to local PostgreSQL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 a simple SELECT query to verify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PyPI Mirror &amp; PyCharm Setup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Packages and IDE configuration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PyPI default: pypi.org (may be slow in some regions)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Mirror config: pip config set global.index-url &lt;mirror-url&gt;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mirrors: Tsinghua, AliCloud, USTC, Douban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PyCharm: create new project, select interpreter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Install packages via PyCharm GUI or terminal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Integrated Git support in PyCharm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VS Code as alternative with Python extension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Scaffolding a CLI Project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Using AI for prompt-driven development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Open PyCharm and enable GitHub Copilot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Describe your CLI tool in natural language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 example: Create a Python CLI that reads a CSV and prints summary stats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Copilot suggests code structure and functions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Review, critique, and improve the output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Add error handling and docstrings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Commit the AI-assisted code to GitHub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Team Onboarding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Setting up shared repos and conventions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In pairs, set up a shared GitHub repo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Agree on code style conventions (PEP 8, naming)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Create a README.md with setup instructions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One person creates, the other clones and runs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Discuss team communication channels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 insight: Good onboarding reduces team friction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Week 1 Recap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Python 3 + venv = clean project isolation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+ GitHub = version control superpowers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PostgreSQL + DBeaver = database-ready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tools accelerate scaffolding, but verify outputs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Team onboarding is the first step in collaboration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Requirements Engineering &amp; User Stories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Environment validation + AI Hello World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3516</Words>
  <Application>WPS 演示</Application>
  <PresentationFormat>Converted Presentation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Helvetica</vt:lpstr>
      <vt:lpstr>Helvetica Neue</vt:lpstr>
      <vt:lpstr>Arial</vt:lpstr>
      <vt:lpstr>Franklin Gothic Book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华文楷体</vt:lpstr>
      <vt:lpstr>Calibri</vt:lpstr>
      <vt:lpstr>Helvetica Neue</vt:lpstr>
      <vt:lpstr>Helvetica</vt:lpstr>
      <vt:lpstr>LBSU</vt:lpstr>
      <vt:lpstr>Week 1: Foundations &amp; Environment Setup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CSULB CS 343Week 1: Foundations &amp; Environment Setup</dc:title>
  <dc:creator>Walnut Exporter</dc:creator>
  <cp:lastModifiedBy>Handa Shi  施翰達也</cp:lastModifiedBy>
  <cp:revision>1</cp:revision>
  <dcterms:created xsi:type="dcterms:W3CDTF">2026-07-14T12:42:22Z</dcterms:created>
  <dcterms:modified xsi:type="dcterms:W3CDTF">2026-07-14T12:42:22Z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C4AE39699D552D56AE2E566AD77388E2_42</vt:lpwstr>
  </property>
  <property fmtid="{D5CDD505-2E9C-101B-9397-08002B2CF9AE}" pid="3" name="KSOProductBuildVer">
    <vt:lpwstr>2052-12.1.26035.26035</vt:lpwstr>
  </property>
</Properties>
</file>