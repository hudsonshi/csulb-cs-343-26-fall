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4302a15714baf" /><Relationship Type="http://schemas.openxmlformats.org/officeDocument/2006/relationships/extended-properties" Target="/docProps/app.xml" Id="R3c2f314d457547eb" /><Relationship Type="http://schemas.openxmlformats.org/officeDocument/2006/relationships/officeDocument" Target="/ppt/presentation.xml" Id="R9331bd383aa641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3a7ae8fb14a80"/>
  </p:sldMasterIdLst>
  <p:notesMasterIdLst>
    <p:notesMasterId xmlns:r="http://schemas.openxmlformats.org/officeDocument/2006/relationships" r:id="R08445ead0ead460d"/>
  </p:notesMasterIdLst>
  <p:sldIdLst>
    <p:sldId xmlns:r="http://schemas.openxmlformats.org/officeDocument/2006/relationships" id="256" r:id="Rc34c844a68d64d59"/>
    <p:sldId xmlns:r="http://schemas.openxmlformats.org/officeDocument/2006/relationships" id="257" r:id="R35a8888f9d23447e"/>
    <p:sldId xmlns:r="http://schemas.openxmlformats.org/officeDocument/2006/relationships" id="258" r:id="R5f12dca2351040bd"/>
    <p:sldId xmlns:r="http://schemas.openxmlformats.org/officeDocument/2006/relationships" id="259" r:id="R8e2351d588d24e76"/>
    <p:sldId xmlns:r="http://schemas.openxmlformats.org/officeDocument/2006/relationships" id="260" r:id="Rcd93b2a9373346ba"/>
    <p:sldId xmlns:r="http://schemas.openxmlformats.org/officeDocument/2006/relationships" id="261" r:id="R3298fe3306794550"/>
    <p:sldId xmlns:r="http://schemas.openxmlformats.org/officeDocument/2006/relationships" id="262" r:id="Rabe09ddaf0e34b0c"/>
    <p:sldId xmlns:r="http://schemas.openxmlformats.org/officeDocument/2006/relationships" id="263" r:id="R65532b3a408a43da"/>
    <p:sldId xmlns:r="http://schemas.openxmlformats.org/officeDocument/2006/relationships" id="264" r:id="R90494c5b6d4a4ee1"/>
    <p:sldId xmlns:r="http://schemas.openxmlformats.org/officeDocument/2006/relationships" id="265" r:id="R067446ac620e4f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f15f1346e43c9" /><Relationship Type="http://schemas.openxmlformats.org/officeDocument/2006/relationships/slideMaster" Target="/ppt/slideMasters/slideMaster1.xml" Id="R4ef3a7ae8fb14a80" /><Relationship Type="http://schemas.openxmlformats.org/officeDocument/2006/relationships/notesMaster" Target="/ppt/notesMasters/notesMaster1.xml" Id="R08445ead0ead460d" /><Relationship Type="http://schemas.openxmlformats.org/officeDocument/2006/relationships/presProps" Target="/ppt/presProps.xml" Id="R714f397072ef44e5" /><Relationship Type="http://schemas.openxmlformats.org/officeDocument/2006/relationships/viewProps" Target="/ppt/viewProps.xml" Id="R495a7500a2964527" /><Relationship Type="http://schemas.openxmlformats.org/officeDocument/2006/relationships/tableStyles" Target="/ppt/tableStyles.xml" Id="R29a91164bca44082" /><Relationship Type="http://schemas.openxmlformats.org/officeDocument/2006/relationships/slide" Target="/ppt/slides/slide1.xml" Id="Rc34c844a68d64d59" /><Relationship Type="http://schemas.openxmlformats.org/officeDocument/2006/relationships/slide" Target="/ppt/slides/slide2.xml" Id="R35a8888f9d23447e" /><Relationship Type="http://schemas.openxmlformats.org/officeDocument/2006/relationships/slide" Target="/ppt/slides/slide3.xml" Id="R5f12dca2351040bd" /><Relationship Type="http://schemas.openxmlformats.org/officeDocument/2006/relationships/slide" Target="/ppt/slides/slide4.xml" Id="R8e2351d588d24e76" /><Relationship Type="http://schemas.openxmlformats.org/officeDocument/2006/relationships/slide" Target="/ppt/slides/slide5.xml" Id="Rcd93b2a9373346ba" /><Relationship Type="http://schemas.openxmlformats.org/officeDocument/2006/relationships/slide" Target="/ppt/slides/slide6.xml" Id="R3298fe3306794550" /><Relationship Type="http://schemas.openxmlformats.org/officeDocument/2006/relationships/slide" Target="/ppt/slides/slide7.xml" Id="Rabe09ddaf0e34b0c" /><Relationship Type="http://schemas.openxmlformats.org/officeDocument/2006/relationships/slide" Target="/ppt/slides/slide8.xml" Id="R65532b3a408a43da" /><Relationship Type="http://schemas.openxmlformats.org/officeDocument/2006/relationships/slide" Target="/ppt/slides/slide9.xml" Id="R90494c5b6d4a4ee1" /><Relationship Type="http://schemas.openxmlformats.org/officeDocument/2006/relationships/slide" Target="/ppt/slides/slide10.xml" Id="R067446ac620e4f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6ddf636b2d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8959aba374984" /><Relationship Type="http://schemas.openxmlformats.org/officeDocument/2006/relationships/notesMaster" Target="/ppt/notesMasters/notesMaster1.xml" Id="R39a83a5ea48445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270a34be54ff0" /><Relationship Type="http://schemas.openxmlformats.org/officeDocument/2006/relationships/notesMaster" Target="/ppt/notesMasters/notesMaster1.xml" Id="R828f143195aa40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cdf8774b624147" /><Relationship Type="http://schemas.openxmlformats.org/officeDocument/2006/relationships/notesMaster" Target="/ppt/notesMasters/notesMaster1.xml" Id="Rfb232a3566f344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6fecac4d3b4045" /><Relationship Type="http://schemas.openxmlformats.org/officeDocument/2006/relationships/notesMaster" Target="/ppt/notesMasters/notesMaster1.xml" Id="Re1fb748aadc3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92f159e794c42" /><Relationship Type="http://schemas.openxmlformats.org/officeDocument/2006/relationships/notesMaster" Target="/ppt/notesMasters/notesMaster1.xml" Id="R3f058dbda9e54b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6ab4af435d4aca" /><Relationship Type="http://schemas.openxmlformats.org/officeDocument/2006/relationships/notesMaster" Target="/ppt/notesMasters/notesMaster1.xml" Id="R990c02059f7648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54ee2e753471c" /><Relationship Type="http://schemas.openxmlformats.org/officeDocument/2006/relationships/notesMaster" Target="/ppt/notesMasters/notesMaster1.xml" Id="R1f7617ef3570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7214769534f7d" /><Relationship Type="http://schemas.openxmlformats.org/officeDocument/2006/relationships/notesMaster" Target="/ppt/notesMasters/notesMaster1.xml" Id="R5a928a8d5bd743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e585510b0441d8" /><Relationship Type="http://schemas.openxmlformats.org/officeDocument/2006/relationships/notesMaster" Target="/ppt/notesMasters/notesMaster1.xml" Id="R8155ce61947448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40d2a28bf748bf" /><Relationship Type="http://schemas.openxmlformats.org/officeDocument/2006/relationships/notesMaster" Target="/ppt/notesMasters/notesMaster1.xml" Id="Re2744b120b74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fbe225e584e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53b231c9544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1a05d2e9646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3d8d94edc4a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4ece4d39b4e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2bba1347e4f6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5c239d3754d59" /><Relationship Type="http://schemas.openxmlformats.org/officeDocument/2006/relationships/image" Target="/ppt/media/image.emf" Id="R0371dc1cd2c44f0e" /><Relationship Type="http://schemas.openxmlformats.org/officeDocument/2006/relationships/image" Target="/ppt/media/image2.emf" Id="Rab91d8776cdb4d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110b1de814c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28a3aa4b24e2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5DCA76-554E-4B88-B947-5A345EAE918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F6A7192-1133-4B7D-AD77-0FFC0292A8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A66590-DF59-4D2B-8C24-A68BB95E9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28B8B9-22F4-42EE-9F3B-46FA579E7E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FB784C-D325-479B-9E7E-C8ADE185E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ECC709-123C-40A0-A86B-581D4B0D10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193030-3A8C-4137-BB5B-0D75038DD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3F2E8A-D3C4-40CB-9116-D557C6AAC3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F424BA-22B2-49B2-9811-9842026063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7FC508-4EC6-4EF0-A38C-E142C83CB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9ADC3C-27B9-4076-9311-5FD077E6D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70FCAAE-4149-4CFA-85C0-63962861AF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AFA359B-80AB-474F-AECE-A4908D3E3F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854337-FB59-42BC-B9BC-25DDEEDAD1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78A17A-6C63-41FF-9768-A03926B70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3D99DC-3FAA-4047-8085-F298E7B72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F754C7-B334-4F27-AD4B-9439223615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F520F0-6A71-407C-A5E5-79AA86111D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807366D-F74C-40C9-87D6-9259F9B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B764BAE1-8342-4489-8F3F-E04EE20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1dc1cd2c4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1d8776cdb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6E7F7C2-3E51-44AE-958F-8AF0C34F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EBF2073F-84DD-4DD3-BB93-6F54095F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1dc1cd2c4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1d8776cdb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8F8707-7479-4A2B-8376-5AE97A9B1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1A3DFA7-1219-40E3-8D0C-90F1EB13B94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827DD5-5B74-464D-A919-ACF332EDF8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0d0094f4766b49e8" /><Relationship Type="http://schemas.openxmlformats.org/officeDocument/2006/relationships/image" Target="/ppt/media/image2.emf" Id="R20c03d7a18e84eec" /><Relationship Type="http://schemas.openxmlformats.org/officeDocument/2006/relationships/theme" Target="/ppt/slideMasters/theme/theme2.xml" Id="Rf2589415541a4e54" /><Relationship Type="http://schemas.openxmlformats.org/officeDocument/2006/relationships/slideLayout" Target="/ppt/slideLayouts/slideLayout1.xml" Id="Rab486365d5744873" /><Relationship Type="http://schemas.openxmlformats.org/officeDocument/2006/relationships/slideLayout" Target="/ppt/slideLayouts/slideLayout2.xml" Id="Rf59a0bd774e6438e" /><Relationship Type="http://schemas.openxmlformats.org/officeDocument/2006/relationships/slideLayout" Target="/ppt/slideLayouts/slideLayout3.xml" Id="R9291704b3b4c4407" /><Relationship Type="http://schemas.openxmlformats.org/officeDocument/2006/relationships/slideLayout" Target="/ppt/slideLayouts/slideLayout4.xml" Id="R11b31a80b0274ac6" /><Relationship Type="http://schemas.openxmlformats.org/officeDocument/2006/relationships/slideLayout" Target="/ppt/slideLayouts/slideLayout5.xml" Id="R6f1ef44b398d40fd" /><Relationship Type="http://schemas.openxmlformats.org/officeDocument/2006/relationships/slideLayout" Target="/ppt/slideLayouts/slideLayout6.xml" Id="R783f9a67e77045ed" /><Relationship Type="http://schemas.openxmlformats.org/officeDocument/2006/relationships/slideLayout" Target="/ppt/slideLayouts/slideLayout7.xml" Id="Re9e55db07b79422c" /><Relationship Type="http://schemas.openxmlformats.org/officeDocument/2006/relationships/slideLayout" Target="/ppt/slideLayouts/slideLayout8.xml" Id="R759d1e5702e345b0" /><Relationship Type="http://schemas.openxmlformats.org/officeDocument/2006/relationships/slideLayout" Target="/ppt/slideLayouts/slideLayout9.xml" Id="Rf90962c01e7d40a0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814B94-7A50-47D4-8ED5-11452E055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32D771-037C-43B4-8DEC-228BF98D9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A9F195-C49F-4338-B87D-1332674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867A621D-900B-4431-BE6A-6ECED439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94f4766b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03d7a18e8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E8E576-E2F8-4FBA-8623-73F4D48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DA691E89-61E6-4B01-B273-E2F08524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94f4766b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03d7a18e8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86365d5744873"/>
    <p:sldLayoutId xmlns:r="http://schemas.openxmlformats.org/officeDocument/2006/relationships" id="2147483650" r:id="Rf59a0bd774e6438e"/>
    <p:sldLayoutId xmlns:r="http://schemas.openxmlformats.org/officeDocument/2006/relationships" id="2147483651" r:id="R9291704b3b4c4407"/>
    <p:sldLayoutId xmlns:r="http://schemas.openxmlformats.org/officeDocument/2006/relationships" id="2147483652" r:id="R11b31a80b0274ac6"/>
    <p:sldLayoutId xmlns:r="http://schemas.openxmlformats.org/officeDocument/2006/relationships" id="2147483653" r:id="R6f1ef44b398d40fd"/>
    <p:sldLayoutId xmlns:r="http://schemas.openxmlformats.org/officeDocument/2006/relationships" id="2147483654" r:id="R783f9a67e77045ed"/>
    <p:sldLayoutId xmlns:r="http://schemas.openxmlformats.org/officeDocument/2006/relationships" id="2147483655" r:id="Re9e55db07b79422c"/>
    <p:sldLayoutId xmlns:r="http://schemas.openxmlformats.org/officeDocument/2006/relationships" id="2147483656" r:id="R759d1e5702e345b0"/>
    <p:sldLayoutId xmlns:r="http://schemas.openxmlformats.org/officeDocument/2006/relationships" id="2147483657" r:id="Rf90962c01e7d40a0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975da4974176" /><Relationship Type="http://schemas.openxmlformats.org/officeDocument/2006/relationships/notesSlide" Target="/ppt/notesSlides/notesSlide1.xml" Id="Rd43dd7fb8e23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a22d0f09614fb2" /><Relationship Type="http://schemas.openxmlformats.org/officeDocument/2006/relationships/image" Target="/ppt/media/image.emf" Id="Rc9832326e2cb4cd7" /><Relationship Type="http://schemas.openxmlformats.org/officeDocument/2006/relationships/image" Target="/ppt/media/image2.emf" Id="Reacee1742d124f6d" /><Relationship Type="http://schemas.openxmlformats.org/officeDocument/2006/relationships/notesSlide" Target="/ppt/notesSlides/notesSlide2.xml" Id="Rc8c3552f7658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6aafa8da2b4a12" /><Relationship Type="http://schemas.openxmlformats.org/officeDocument/2006/relationships/image" Target="/ppt/media/image.emf" Id="R4558196ddbcc4738" /><Relationship Type="http://schemas.openxmlformats.org/officeDocument/2006/relationships/image" Target="/ppt/media/image2.emf" Id="Rc8033c90a5754864" /><Relationship Type="http://schemas.openxmlformats.org/officeDocument/2006/relationships/notesSlide" Target="/ppt/notesSlides/notesSlide3.xml" Id="Rea5cc3210c09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11698ff2484015" /><Relationship Type="http://schemas.openxmlformats.org/officeDocument/2006/relationships/image" Target="/ppt/media/image.emf" Id="R698e3a678df345ff" /><Relationship Type="http://schemas.openxmlformats.org/officeDocument/2006/relationships/image" Target="/ppt/media/image2.emf" Id="R2cd784c81cdb49ab" /><Relationship Type="http://schemas.openxmlformats.org/officeDocument/2006/relationships/notesSlide" Target="/ppt/notesSlides/notesSlide4.xml" Id="Rc8196e9741354a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43121e49d64234" /><Relationship Type="http://schemas.openxmlformats.org/officeDocument/2006/relationships/image" Target="/ppt/media/image.emf" Id="Rfbb696f61d2d462d" /><Relationship Type="http://schemas.openxmlformats.org/officeDocument/2006/relationships/image" Target="/ppt/media/image2.emf" Id="R64f0975401674358" /><Relationship Type="http://schemas.openxmlformats.org/officeDocument/2006/relationships/notesSlide" Target="/ppt/notesSlides/notesSlide5.xml" Id="R44ec75d1bcf140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69de6ab85d4f09" /><Relationship Type="http://schemas.openxmlformats.org/officeDocument/2006/relationships/image" Target="/ppt/media/image.emf" Id="R3e20b67b0d2947dd" /><Relationship Type="http://schemas.openxmlformats.org/officeDocument/2006/relationships/image" Target="/ppt/media/image2.emf" Id="R57628968f71f4139" /><Relationship Type="http://schemas.openxmlformats.org/officeDocument/2006/relationships/notesSlide" Target="/ppt/notesSlides/notesSlide6.xml" Id="R847b46af7f70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edbaec0f184070" /><Relationship Type="http://schemas.openxmlformats.org/officeDocument/2006/relationships/image" Target="/ppt/media/image.emf" Id="R1d94c4136dc04838" /><Relationship Type="http://schemas.openxmlformats.org/officeDocument/2006/relationships/image" Target="/ppt/media/image2.emf" Id="Ra2b76e8c2e5245e2" /><Relationship Type="http://schemas.openxmlformats.org/officeDocument/2006/relationships/notesSlide" Target="/ppt/notesSlides/notesSlide7.xml" Id="R492641cc907441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80c3feeb094a89" /><Relationship Type="http://schemas.openxmlformats.org/officeDocument/2006/relationships/image" Target="/ppt/media/image.emf" Id="Rdc62474d68824e52" /><Relationship Type="http://schemas.openxmlformats.org/officeDocument/2006/relationships/image" Target="/ppt/media/image2.emf" Id="R0bda1053466e4106" /><Relationship Type="http://schemas.openxmlformats.org/officeDocument/2006/relationships/notesSlide" Target="/ppt/notesSlides/notesSlide8.xml" Id="R20f4ce14947044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dedf75da1d4612" /><Relationship Type="http://schemas.openxmlformats.org/officeDocument/2006/relationships/image" Target="/ppt/media/image.emf" Id="Ra79edc69b9da4690" /><Relationship Type="http://schemas.openxmlformats.org/officeDocument/2006/relationships/image" Target="/ppt/media/image2.emf" Id="R9ca6a67fd3924014" /><Relationship Type="http://schemas.openxmlformats.org/officeDocument/2006/relationships/notesSlide" Target="/ppt/notesSlides/notesSlide9.xml" Id="R2b94df8b809740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e2a3afd7964c5d" /><Relationship Type="http://schemas.openxmlformats.org/officeDocument/2006/relationships/image" Target="/ppt/media/image.emf" Id="Rce72a7a5761f442c" /><Relationship Type="http://schemas.openxmlformats.org/officeDocument/2006/relationships/image" Target="/ppt/media/image2.emf" Id="Rd5d1ab57454246bb" /><Relationship Type="http://schemas.openxmlformats.org/officeDocument/2006/relationships/notesSlide" Target="/ppt/notesSlides/notesSlide10.xml" Id="R3883f060f5ee45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3: Visual Modeling with UML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Class, Sequence, and Activity Diagrams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the purpose of UML in software design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class diagrams showing entity relationships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Draw sequence diagrams for interaction flows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Model business logic with activity diagrams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Mermaid to generate diagrams from text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validate diagram consistency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32326e2cb4c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ee1742d124f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UML?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 shared visual language for design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UML = Unified Modeling Language, industry standard since 1997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14 diagram types; we focus on 3 essential ones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Class diagram: static structure of the system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Sequence diagram: interactions over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 diagram: workflows and business logic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communicate design visually, spot problems early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UML from plain English descriptions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8196ddbcc4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33c90a575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Class Diagrams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Modeling entities and relationships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Class: rectangle with name, attributes, methods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Visibility: + public, - private, # protected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Relationships: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Association: uses/knows about (line)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Inheritance: is-a (empty triangle arrow)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Composition: owns, part-of (filled diamond)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Aggregation: has-a (empty diamond)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Multiplicity: 1..*, 0..1, *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Library - Book, Member, Loan classes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e3a678df345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84c81cdb49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Sequence Diagrams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Showing interactions over time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Lifelines: vertical dashed lines for each actor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Messages: arrows between lifelines (solid = call, dashed = return)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Activation bars: when a participant is active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User Login with 2FA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User enters credentials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System validates password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System sends OTP to email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User enters OTP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System grants access token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696f61d2d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097540167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Activity Diagrams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Modeling workflows and business logic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Similar to flowcharts but standardized in UML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Start node (filled circle) and end node (bullseye)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Actions: rounded rectangles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Decisions: diamonds (branching)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Fork/join bars: parallel tasks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Swimlanes: partition activities by actor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Book borrowing - check availability, update status, notify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0b67b0d29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28968f71f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Mermaid: Diagrams as Code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From text to visual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Mermaid: text-to-diagram (like Markdown for diagrams)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 - Class diagram: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classDiagram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class Book { +String title +String author +borrow() }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Sequence diagram: participant, -&gt;, activate/deactivate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version-controllable, embeddable in docs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Online editor: mermaid.live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Mermaid from natural language descriptions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4c4136dc0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76e8c2e5245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Generate Mermaid from Text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Let AI build the first draft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Describe a process in plain English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Write a Mermaid sequence diagram for user registration with email verification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returns Mermaid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Render and inspect for accuracy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AI mistakes: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Missing edge cases (wrong password, expired token)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Incorrect multiplicity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Missing lifelines or duplicate actors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Correcting AI errors = deep learning moment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2474d68824e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a1053466e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Visual Communication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Presenting design to non-technical peers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 groups: draw a class diagram for a to-do list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your diagram to someone who doesn't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Tips: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Start with the big picture (what the system does)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analogies (class = blueprint, object = actual thing)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Avoid jargon: inheritance = 'is a type of'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Get feedback: Did they understand the flow?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A picture is worth 1000 lines of code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edc69b9da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6a67fd392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A8B2F0D-C3B5-4587-96F2-45F36DAC3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EDD039-8331-4D9D-86DD-E146DE2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358F79-10BF-4E24-92DA-BED58F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3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DF8F0D-3FAA-4E69-9679-25E6D8F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UML gives us a visual language for software design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Class = structure, Sequence = interaction, Activity = workflow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Mermaid lets us version-control diagrams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first drafts; we correct and learn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Software Architecture &amp; Patterns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AI-generated UML + audit note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5B19FE-EC77-4C71-A619-09E5B07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EC3CF9B-1853-42D9-8919-6CBFE1A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2a7a5761f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1ab574542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2026-07-14T12:46:56.4330000Z</dcterms:created>
  <dcterms:modified xsi:type="dcterms:W3CDTF">2026-07-14T12:46:56.4330000Z</dcterms:modified>
</coreProperties>
</file>