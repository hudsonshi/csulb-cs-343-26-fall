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b154580eba478d" /><Relationship Type="http://schemas.openxmlformats.org/officeDocument/2006/relationships/extended-properties" Target="/docProps/app.xml" Id="Rdbacc67e53f04ae7" /><Relationship Type="http://schemas.openxmlformats.org/officeDocument/2006/relationships/officeDocument" Target="/ppt/presentation.xml" Id="R5bda8a13cc7841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3239132a3e4996"/>
  </p:sldMasterIdLst>
  <p:notesMasterIdLst>
    <p:notesMasterId xmlns:r="http://schemas.openxmlformats.org/officeDocument/2006/relationships" r:id="Rac64a379afdf4d1c"/>
  </p:notesMasterIdLst>
  <p:sldIdLst>
    <p:sldId xmlns:r="http://schemas.openxmlformats.org/officeDocument/2006/relationships" id="256" r:id="R33ce33277ca24382"/>
    <p:sldId xmlns:r="http://schemas.openxmlformats.org/officeDocument/2006/relationships" id="257" r:id="Rb5f2f9ae33fd4085"/>
    <p:sldId xmlns:r="http://schemas.openxmlformats.org/officeDocument/2006/relationships" id="258" r:id="R99295dc450ab40e0"/>
    <p:sldId xmlns:r="http://schemas.openxmlformats.org/officeDocument/2006/relationships" id="259" r:id="R486be6d9cfa6423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a6a1cef37d434e" /><Relationship Type="http://schemas.openxmlformats.org/officeDocument/2006/relationships/slideMaster" Target="/ppt/slideMasters/slideMaster1.xml" Id="R653239132a3e4996" /><Relationship Type="http://schemas.openxmlformats.org/officeDocument/2006/relationships/notesMaster" Target="/ppt/notesMasters/notesMaster1.xml" Id="Rac64a379afdf4d1c" /><Relationship Type="http://schemas.openxmlformats.org/officeDocument/2006/relationships/presProps" Target="/ppt/presProps.xml" Id="Re72b8d4d8f04465e" /><Relationship Type="http://schemas.openxmlformats.org/officeDocument/2006/relationships/viewProps" Target="/ppt/viewProps.xml" Id="R852ef010e3ea443a" /><Relationship Type="http://schemas.openxmlformats.org/officeDocument/2006/relationships/tableStyles" Target="/ppt/tableStyles.xml" Id="Rb5bfca2a1d974878" /><Relationship Type="http://schemas.openxmlformats.org/officeDocument/2006/relationships/slide" Target="/ppt/slides/slide1.xml" Id="R33ce33277ca24382" /><Relationship Type="http://schemas.openxmlformats.org/officeDocument/2006/relationships/slide" Target="/ppt/slides/slide2.xml" Id="Rb5f2f9ae33fd4085" /><Relationship Type="http://schemas.openxmlformats.org/officeDocument/2006/relationships/slide" Target="/ppt/slides/slide3.xml" Id="R99295dc450ab40e0" /><Relationship Type="http://schemas.openxmlformats.org/officeDocument/2006/relationships/slide" Target="/ppt/slides/slide4.xml" Id="R486be6d9cfa642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5cacd7ff7543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babfc9fe0945b3" /><Relationship Type="http://schemas.openxmlformats.org/officeDocument/2006/relationships/notesMaster" Target="/ppt/notesMasters/notesMaster1.xml" Id="R636cf0edc8454e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b7e9877745421a" /><Relationship Type="http://schemas.openxmlformats.org/officeDocument/2006/relationships/notesMaster" Target="/ppt/notesMasters/notesMaster1.xml" Id="R44293e22af3248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7665aa8d6f434a" /><Relationship Type="http://schemas.openxmlformats.org/officeDocument/2006/relationships/notesMaster" Target="/ppt/notesMasters/notesMaster1.xml" Id="R26640dc618314b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bd0feeb9e34301" /><Relationship Type="http://schemas.openxmlformats.org/officeDocument/2006/relationships/notesMaster" Target="/ppt/notesMasters/notesMaster1.xml" Id="R17ee8c45002b45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f65c512dd142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85762e796b406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a1c2b5cca74f6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ff3387df2d4a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f6c261826841e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9eb819bfb415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b2112e31ce4b54" /><Relationship Type="http://schemas.openxmlformats.org/officeDocument/2006/relationships/image" Target="/ppt/media/image.emf" Id="R8ac6ff33a09e4a36" /><Relationship Type="http://schemas.openxmlformats.org/officeDocument/2006/relationships/image" Target="/ppt/media/image2.emf" Id="Rd9fda7c18959435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b2740f0b154fa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cbefd0641e477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BC4028-E064-41B4-BAA6-30AE54FC9FF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FB8046A-1332-4F82-BF6F-EC8D821B63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0240BD-540A-48D8-90FC-19956E2EF6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92141BC-B1E9-45C5-A17A-E405EF7C4CF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3AD43C-A730-43B2-B9CC-326FE188BE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F1315FE-BA56-417A-8B62-AD01FAAC91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C23C45-7F5F-4443-BD13-3CFFCD878C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882240D-53C4-4E7A-A368-DC6F65B60AB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0D66FD7-BF96-4517-AB8B-E7FAFA52B2E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5038319-79B6-4914-8C3F-98800E1AE9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6114FC2-2C3C-454D-B263-018B76AB62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EA2532D-B96B-4EFE-A518-32B762E4442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93F6E5C-A15D-4EEF-9C42-87B3C021540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C045613-42C3-4354-9B51-D368DABFD3F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897D8B-A1F4-4514-8D09-D1206AAA95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D26B1BB-ED27-4736-9434-72DAB0A03D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6487A63-9B45-4DED-B64B-B4BDC87AC8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7508418-C482-4C01-8F40-F3FC6DD53C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0E3496A-C9B5-404A-9E2D-568AEB9C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895014C0-8A2B-46D7-8598-0EA0641A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6ff33a09e4a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da7c1895943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61422FC-8C4A-4933-8CAD-77125548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4F8BC0F3-33DD-4F3E-8161-E368B2A5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6ff33a09e4a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da7c1895943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CBF3896-2F19-4EE2-903C-D241C5536F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0D0B4E4-796F-4784-8D8D-0BA8EE26D6D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3404BB7-705E-4794-A506-ED8313277A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66d7a824aaad461a" /><Relationship Type="http://schemas.openxmlformats.org/officeDocument/2006/relationships/image" Target="/ppt/media/image2.emf" Id="Rd1e58aeb1b5544c3" /><Relationship Type="http://schemas.openxmlformats.org/officeDocument/2006/relationships/theme" Target="/ppt/slideMasters/theme/theme2.xml" Id="R02178e87ce6a41f5" /><Relationship Type="http://schemas.openxmlformats.org/officeDocument/2006/relationships/slideLayout" Target="/ppt/slideLayouts/slideLayout1.xml" Id="Rb8b5377f034c44d8" /><Relationship Type="http://schemas.openxmlformats.org/officeDocument/2006/relationships/slideLayout" Target="/ppt/slideLayouts/slideLayout2.xml" Id="Rbb2a837cb64c4876" /><Relationship Type="http://schemas.openxmlformats.org/officeDocument/2006/relationships/slideLayout" Target="/ppt/slideLayouts/slideLayout3.xml" Id="R71c786b2ef1d45da" /><Relationship Type="http://schemas.openxmlformats.org/officeDocument/2006/relationships/slideLayout" Target="/ppt/slideLayouts/slideLayout4.xml" Id="R43e63f66d8884362" /><Relationship Type="http://schemas.openxmlformats.org/officeDocument/2006/relationships/slideLayout" Target="/ppt/slideLayouts/slideLayout5.xml" Id="R859ea0ef30a44587" /><Relationship Type="http://schemas.openxmlformats.org/officeDocument/2006/relationships/slideLayout" Target="/ppt/slideLayouts/slideLayout6.xml" Id="R316d574ad2cf4b36" /><Relationship Type="http://schemas.openxmlformats.org/officeDocument/2006/relationships/slideLayout" Target="/ppt/slideLayouts/slideLayout7.xml" Id="Ra3442d36bac94a9f" /><Relationship Type="http://schemas.openxmlformats.org/officeDocument/2006/relationships/slideLayout" Target="/ppt/slideLayouts/slideLayout8.xml" Id="R997d312558754b25" /><Relationship Type="http://schemas.openxmlformats.org/officeDocument/2006/relationships/slideLayout" Target="/ppt/slideLayouts/slideLayout9.xml" Id="R29e22a22b55848e5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4EEB88F-34E3-4342-AC1C-49AD5CC0C1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D29AC35-C631-4C6E-A5DB-443DEC2AFC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D81EEE8-BD02-4841-A140-BE1CBC71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025D8A1F-1B23-45FD-9E49-982E2299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7a824aaad46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58aeb1b5544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AB8AF51-B65D-4629-AB27-A6A25255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67EED022-CE57-4913-BDF2-1A1B6759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7a824aaad46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58aeb1b5544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b5377f034c44d8"/>
    <p:sldLayoutId xmlns:r="http://schemas.openxmlformats.org/officeDocument/2006/relationships" id="2147483650" r:id="Rbb2a837cb64c4876"/>
    <p:sldLayoutId xmlns:r="http://schemas.openxmlformats.org/officeDocument/2006/relationships" id="2147483651" r:id="R71c786b2ef1d45da"/>
    <p:sldLayoutId xmlns:r="http://schemas.openxmlformats.org/officeDocument/2006/relationships" id="2147483652" r:id="R43e63f66d8884362"/>
    <p:sldLayoutId xmlns:r="http://schemas.openxmlformats.org/officeDocument/2006/relationships" id="2147483653" r:id="R859ea0ef30a44587"/>
    <p:sldLayoutId xmlns:r="http://schemas.openxmlformats.org/officeDocument/2006/relationships" id="2147483654" r:id="R316d574ad2cf4b36"/>
    <p:sldLayoutId xmlns:r="http://schemas.openxmlformats.org/officeDocument/2006/relationships" id="2147483655" r:id="Ra3442d36bac94a9f"/>
    <p:sldLayoutId xmlns:r="http://schemas.openxmlformats.org/officeDocument/2006/relationships" id="2147483656" r:id="R997d312558754b25"/>
    <p:sldLayoutId xmlns:r="http://schemas.openxmlformats.org/officeDocument/2006/relationships" id="2147483657" r:id="R29e22a22b55848e5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e6b1531f74182" /><Relationship Type="http://schemas.openxmlformats.org/officeDocument/2006/relationships/notesSlide" Target="/ppt/notesSlides/notesSlide1.xml" Id="R0cd9c0601ab446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2680de03ae4db8" /><Relationship Type="http://schemas.openxmlformats.org/officeDocument/2006/relationships/image" Target="/ppt/media/image.emf" Id="Rb607864b82274af9" /><Relationship Type="http://schemas.openxmlformats.org/officeDocument/2006/relationships/image" Target="/ppt/media/image2.emf" Id="R055282c256e34fdf" /><Relationship Type="http://schemas.openxmlformats.org/officeDocument/2006/relationships/notesSlide" Target="/ppt/notesSlides/notesSlide2.xml" Id="Rdd5928c60c8d45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bc267bd7c14e16" /><Relationship Type="http://schemas.openxmlformats.org/officeDocument/2006/relationships/image" Target="/ppt/media/image.emf" Id="R3861a609291d42ce" /><Relationship Type="http://schemas.openxmlformats.org/officeDocument/2006/relationships/image" Target="/ppt/media/image2.emf" Id="R4a244b212e6a4f76" /><Relationship Type="http://schemas.openxmlformats.org/officeDocument/2006/relationships/notesSlide" Target="/ppt/notesSlides/notesSlide3.xml" Id="R77648ab0f07548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2e755c87534739" /><Relationship Type="http://schemas.openxmlformats.org/officeDocument/2006/relationships/image" Target="/ppt/media/image.emf" Id="R78bdb57536d14c4b" /><Relationship Type="http://schemas.openxmlformats.org/officeDocument/2006/relationships/image" Target="/ppt/media/image2.emf" Id="R9775c93dfb644dae" /><Relationship Type="http://schemas.openxmlformats.org/officeDocument/2006/relationships/notesSlide" Target="/ppt/notesSlides/notesSlide4.xml" Id="R46d016849d724b8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3 Assignment: AI-Generated UML Diagram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Due: Next session - Submit via GitHub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42BCC0B1-E3D3-481E-9898-50E189B88F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6B89416-A3B6-4973-A376-0D847B7C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Assignment Overview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9FAFD60-1A7B-4A92-A5B2-780A4DDD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User Login with 2FA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FD8E37A-285D-4D4F-856B-40F30FEC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Describe the 'user login with 2FA' process, then: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1. Write a 1-paragraph description of the flow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2. Use ChatGPT/Claude to convert it to Mermaid sequence diagram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3. Render the diagram (mermaid.live or VS Code)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4. Manually validate and fix errors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5. Write an audit note: 2-3 things you corrected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D623D78-27D3-447E-ABCD-79724EFB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85C4B0EF-E58E-49D8-822F-C5AE2D91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7864b82274a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282c256e34f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42BCC0B1-E3D3-481E-9898-50E189B88F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6B89416-A3B6-4973-A376-0D847B7C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Submission Requirements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9FAFD60-1A7B-4A92-A5B2-780A4DDD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to turn in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FD8E37A-285D-4D4F-856B-40F30FEC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Submit ONE Markdown file (.md) containing: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Your natural language description of the login flow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The Mermaid code snippet (```mermaid ... ```)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Screenshot of the rendered diagram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Audit note listing corrections made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Bonus (+1): Also create a class diagram for User, OTP, and Session entities involved in the login flow.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D623D78-27D3-447E-ABCD-79724EFB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85C4B0EF-E58E-49D8-822F-C5AE2D91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1a609291d42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44b212e6a4f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42BCC0B1-E3D3-481E-9898-50E189B88F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6B89416-A3B6-4973-A376-0D847B7C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Grading Rubric (10 pts)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9FAFD60-1A7B-4A92-A5B2-780A4DDD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How you will be graded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FD8E37A-285D-4D4F-856B-40F30FEC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477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Clear natural language description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Valid Mermaid code that renders (3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Screenshot of rendered diagram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Audit note with thoughtful corrections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On-time submission (1 pt)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D623D78-27D3-447E-ABCD-79724EFB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85C4B0EF-E58E-49D8-822F-C5AE2D91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db57536d14c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5c93dfb644d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2026-07-14T12:46:56.7510000Z</dcterms:created>
  <dcterms:modified xsi:type="dcterms:W3CDTF">2026-07-14T12:46:56.7510000Z</dcterms:modified>
</coreProperties>
</file>