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2408355f1d4798" /><Relationship Type="http://schemas.openxmlformats.org/officeDocument/2006/relationships/extended-properties" Target="/docProps/app.xml" Id="Rfb710e998e1d4f2c" /><Relationship Type="http://schemas.openxmlformats.org/officeDocument/2006/relationships/officeDocument" Target="/ppt/presentation.xml" Id="R1e65d93f095045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9853506d2b488d"/>
  </p:sldMasterIdLst>
  <p:notesMasterIdLst>
    <p:notesMasterId xmlns:r="http://schemas.openxmlformats.org/officeDocument/2006/relationships" r:id="Rb4a03297364b4bf4"/>
  </p:notesMasterIdLst>
  <p:sldIdLst>
    <p:sldId xmlns:r="http://schemas.openxmlformats.org/officeDocument/2006/relationships" id="256" r:id="R26553810ab9e4bfc"/>
    <p:sldId xmlns:r="http://schemas.openxmlformats.org/officeDocument/2006/relationships" id="257" r:id="R8d6e690647664343"/>
    <p:sldId xmlns:r="http://schemas.openxmlformats.org/officeDocument/2006/relationships" id="258" r:id="R8967e4124e0e4c5b"/>
    <p:sldId xmlns:r="http://schemas.openxmlformats.org/officeDocument/2006/relationships" id="259" r:id="R0989181c64cf43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95c73808e54726" /><Relationship Type="http://schemas.openxmlformats.org/officeDocument/2006/relationships/slideMaster" Target="/ppt/slideMasters/slideMaster1.xml" Id="R759853506d2b488d" /><Relationship Type="http://schemas.openxmlformats.org/officeDocument/2006/relationships/notesMaster" Target="/ppt/notesMasters/notesMaster1.xml" Id="Rb4a03297364b4bf4" /><Relationship Type="http://schemas.openxmlformats.org/officeDocument/2006/relationships/presProps" Target="/ppt/presProps.xml" Id="R701294ef9af845a8" /><Relationship Type="http://schemas.openxmlformats.org/officeDocument/2006/relationships/viewProps" Target="/ppt/viewProps.xml" Id="R3cf7e74ae20448d8" /><Relationship Type="http://schemas.openxmlformats.org/officeDocument/2006/relationships/tableStyles" Target="/ppt/tableStyles.xml" Id="R9dd36a2327294072" /><Relationship Type="http://schemas.openxmlformats.org/officeDocument/2006/relationships/slide" Target="/ppt/slides/slide1.xml" Id="R26553810ab9e4bfc" /><Relationship Type="http://schemas.openxmlformats.org/officeDocument/2006/relationships/slide" Target="/ppt/slides/slide2.xml" Id="R8d6e690647664343" /><Relationship Type="http://schemas.openxmlformats.org/officeDocument/2006/relationships/slide" Target="/ppt/slides/slide3.xml" Id="R8967e4124e0e4c5b" /><Relationship Type="http://schemas.openxmlformats.org/officeDocument/2006/relationships/slide" Target="/ppt/slides/slide4.xml" Id="R0989181c64cf43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f56eaf02ee48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f82508548d4714" /><Relationship Type="http://schemas.openxmlformats.org/officeDocument/2006/relationships/notesMaster" Target="/ppt/notesMasters/notesMaster1.xml" Id="R1766bb8e67c047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90a274f7b6443a" /><Relationship Type="http://schemas.openxmlformats.org/officeDocument/2006/relationships/notesMaster" Target="/ppt/notesMasters/notesMaster1.xml" Id="R35a4d18519ef48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c3a462bfc642b4" /><Relationship Type="http://schemas.openxmlformats.org/officeDocument/2006/relationships/notesMaster" Target="/ppt/notesMasters/notesMaster1.xml" Id="R8c6b9f66140949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cdd15f88d64762" /><Relationship Type="http://schemas.openxmlformats.org/officeDocument/2006/relationships/notesMaster" Target="/ppt/notesMasters/notesMaster1.xml" Id="R2fa7e3b796ea43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53439a01b43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332171bd24b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4c33265374d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047d9d7a843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9bd4e2ccd4e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d8dbfc649422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63fdabcd9473e" /><Relationship Type="http://schemas.openxmlformats.org/officeDocument/2006/relationships/image" Target="/ppt/media/image.emf" Id="R4cd580c9e095442e" /><Relationship Type="http://schemas.openxmlformats.org/officeDocument/2006/relationships/image" Target="/ppt/media/image2.emf" Id="Re67526212f7442e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b6f24ffb546f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7bf3fff7040b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AA3757-3147-401F-8DEB-E428D42516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9865D5-2B20-4E5F-A0A8-F2BB116289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DFFE6F-6B7B-4DBB-A9EF-BFD41FCA8B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CF87ED-F8AD-497E-A363-D40D87D816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05072D-9E14-48DA-B34E-5889EA5DC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463211-B606-4B1B-A419-869199A02D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B2067B-F6FF-4E80-8756-AF638B0EE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7775F43-A5E5-4B99-943C-E4C2B64184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C1F9CBB-3663-4016-96DF-ED62E5EBB85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668679-964E-4DF3-8396-9FEED1B96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2D479D-37D1-4E33-89FE-3C1F3DFB1F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1AC8E25-4D85-4096-B8B7-1CE0B224A0C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3BB49C8-EB11-49E2-92AB-CAD29DB6D1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B69A5DF-B41F-4C98-9978-2FEBD43F29C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BAD00A-6316-4DA6-B815-F1FFDC8B0C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3D1DC6-ACB3-47EB-B8A6-DF222FE313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E5A4BB-8291-4E44-870A-21DC80872B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DEA07AF-F17C-434F-88C2-AE12605607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0AE7190-F551-4014-AA0A-E4E6E5FF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71C711D7-0ABD-4121-844B-99837ED8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580c9e09544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526212f7442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4A45ED1-C589-4AB4-879E-98A9A3D5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4248B20F-75AB-46A3-8FEE-CAA035BF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580c9e09544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526212f7442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6C66BE-4460-4CC7-BDF0-0E4A382675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E28355C-43F6-4F6D-96AC-3CC2926234F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932CE82-90ED-43BA-A5B7-F0C3FFDC61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278e0c6a0c2b42be" /><Relationship Type="http://schemas.openxmlformats.org/officeDocument/2006/relationships/image" Target="/ppt/media/image2.emf" Id="R9aea0e61de814ed4" /><Relationship Type="http://schemas.openxmlformats.org/officeDocument/2006/relationships/theme" Target="/ppt/slideMasters/theme/theme2.xml" Id="R432c3a8e1cb44740" /><Relationship Type="http://schemas.openxmlformats.org/officeDocument/2006/relationships/slideLayout" Target="/ppt/slideLayouts/slideLayout1.xml" Id="R6a3ad5dda2434553" /><Relationship Type="http://schemas.openxmlformats.org/officeDocument/2006/relationships/slideLayout" Target="/ppt/slideLayouts/slideLayout2.xml" Id="Ra13addffbcc44fdc" /><Relationship Type="http://schemas.openxmlformats.org/officeDocument/2006/relationships/slideLayout" Target="/ppt/slideLayouts/slideLayout3.xml" Id="R6a3329955d5a4c68" /><Relationship Type="http://schemas.openxmlformats.org/officeDocument/2006/relationships/slideLayout" Target="/ppt/slideLayouts/slideLayout4.xml" Id="Rf9eaf3530f7c4ee4" /><Relationship Type="http://schemas.openxmlformats.org/officeDocument/2006/relationships/slideLayout" Target="/ppt/slideLayouts/slideLayout5.xml" Id="Rb98c895cf62d4f06" /><Relationship Type="http://schemas.openxmlformats.org/officeDocument/2006/relationships/slideLayout" Target="/ppt/slideLayouts/slideLayout6.xml" Id="Rb077ebed227a423f" /><Relationship Type="http://schemas.openxmlformats.org/officeDocument/2006/relationships/slideLayout" Target="/ppt/slideLayouts/slideLayout7.xml" Id="Ref2a4d1eaba24bb8" /><Relationship Type="http://schemas.openxmlformats.org/officeDocument/2006/relationships/slideLayout" Target="/ppt/slideLayouts/slideLayout8.xml" Id="R0607f017211b42fc" /><Relationship Type="http://schemas.openxmlformats.org/officeDocument/2006/relationships/slideLayout" Target="/ppt/slideLayouts/slideLayout9.xml" Id="R3428dfd1a8724ed4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FE8AA67-3835-48EA-9612-FAC17C4847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0DBB52-B0CC-449E-91D8-573042D113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A9E0971-6ED8-4DF2-8E62-012340FD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D91CF39F-3737-4E89-A17F-98B12960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e0c6a0c2b42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a0e61de814e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8C3D148-6187-46C3-8401-4F9B1D71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B16B586D-E8CC-4A6B-B3F7-052DE1EF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e0c6a0c2b42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a0e61de814e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3ad5dda2434553"/>
    <p:sldLayoutId xmlns:r="http://schemas.openxmlformats.org/officeDocument/2006/relationships" id="2147483650" r:id="Ra13addffbcc44fdc"/>
    <p:sldLayoutId xmlns:r="http://schemas.openxmlformats.org/officeDocument/2006/relationships" id="2147483651" r:id="R6a3329955d5a4c68"/>
    <p:sldLayoutId xmlns:r="http://schemas.openxmlformats.org/officeDocument/2006/relationships" id="2147483652" r:id="Rf9eaf3530f7c4ee4"/>
    <p:sldLayoutId xmlns:r="http://schemas.openxmlformats.org/officeDocument/2006/relationships" id="2147483653" r:id="Rb98c895cf62d4f06"/>
    <p:sldLayoutId xmlns:r="http://schemas.openxmlformats.org/officeDocument/2006/relationships" id="2147483654" r:id="Rb077ebed227a423f"/>
    <p:sldLayoutId xmlns:r="http://schemas.openxmlformats.org/officeDocument/2006/relationships" id="2147483655" r:id="Ref2a4d1eaba24bb8"/>
    <p:sldLayoutId xmlns:r="http://schemas.openxmlformats.org/officeDocument/2006/relationships" id="2147483656" r:id="R0607f017211b42fc"/>
    <p:sldLayoutId xmlns:r="http://schemas.openxmlformats.org/officeDocument/2006/relationships" id="2147483657" r:id="R3428dfd1a8724ed4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d813ae7bb4ccd" /><Relationship Type="http://schemas.openxmlformats.org/officeDocument/2006/relationships/notesSlide" Target="/ppt/notesSlides/notesSlide1.xml" Id="Re21bcfb3d86a42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7e9bfc30544bad" /><Relationship Type="http://schemas.openxmlformats.org/officeDocument/2006/relationships/image" Target="/ppt/media/image.emf" Id="R0f65cd6ee4534b2b" /><Relationship Type="http://schemas.openxmlformats.org/officeDocument/2006/relationships/image" Target="/ppt/media/image2.emf" Id="R4b1d6fbc83584f4b" /><Relationship Type="http://schemas.openxmlformats.org/officeDocument/2006/relationships/notesSlide" Target="/ppt/notesSlides/notesSlide2.xml" Id="R00eb734eac594b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021608cf324f29" /><Relationship Type="http://schemas.openxmlformats.org/officeDocument/2006/relationships/image" Target="/ppt/media/image.emf" Id="Ra7f44903dea54f2e" /><Relationship Type="http://schemas.openxmlformats.org/officeDocument/2006/relationships/image" Target="/ppt/media/image2.emf" Id="R733e03565c1e4e74" /><Relationship Type="http://schemas.openxmlformats.org/officeDocument/2006/relationships/notesSlide" Target="/ppt/notesSlides/notesSlide3.xml" Id="Re418cd14e0b649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a6e97bf983429e" /><Relationship Type="http://schemas.openxmlformats.org/officeDocument/2006/relationships/image" Target="/ppt/media/image.emf" Id="Rdb0e517db759475a" /><Relationship Type="http://schemas.openxmlformats.org/officeDocument/2006/relationships/image" Target="/ppt/media/image2.emf" Id="R921c3cefdae04cef" /><Relationship Type="http://schemas.openxmlformats.org/officeDocument/2006/relationships/notesSlide" Target="/ppt/notesSlides/notesSlide4.xml" Id="Re87f0f46ed554f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2 Assignment: User Stories &amp; API Contract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Submit via GitHub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22B7F45-72F0-493B-9C0B-598CD7DB8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807957-6B5A-490B-AA2D-0234CF1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6F70D8-0CE4-4FF7-9DE9-9AC3CD2C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User stories for a library system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523276C-C930-4957-B99C-757551A8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Build a simple online library system where students can borrow/return books.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Tasks: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 Write 5 user stories (As a / I want / So that format)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2. Each story needs 2-3 acceptance criteria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3. Use AI to refine ambiguous stories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4. Create an OpenAPI YAML for 3 endpoints: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• GET /books (search by title/author)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• POST /books/{id}/borrow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• POST /books/{id}/return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CBD7E4-8999-42AC-9D9C-B22EA5DC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1C0DDC3-64BA-4488-9AF7-D6A3C0D7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5cd6ee453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d6fbc83584f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22B7F45-72F0-493B-9C0B-598CD7DB8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807957-6B5A-490B-AA2D-0234CF1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6F70D8-0CE4-4FF7-9DE9-9AC3CD2C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523276C-C930-4957-B99C-757551A8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 ONE PDF or Markdown file containing: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5 user stories with acceptance criteria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api.yaml (OpenAPI 3.0) for 3 endpoints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Reflection: How AI helped clarify requirements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Add error handling in API spec (e.g. what if book is already borrowed?)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Tip: Use editor.swagger.io to validate your YAML.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CBD7E4-8999-42AC-9D9C-B22EA5DC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1C0DDC3-64BA-4488-9AF7-D6A3C0D7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44903dea5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e03565c1e4e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22B7F45-72F0-493B-9C0B-598CD7DB8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807957-6B5A-490B-AA2D-0234CF1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6F70D8-0CE4-4FF7-9DE9-9AC3CD2C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523276C-C930-4957-B99C-757551A8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Five well-formed user stories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Clear acceptance criteria per story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Valid OpenAPI YAML with correct structure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reflection paragraph (1 pt)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On-time, correct format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CBD7E4-8999-42AC-9D9C-B22EA5DC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1C0DDC3-64BA-4488-9AF7-D6A3C0D7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e517db759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c3cefdae04c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2026-07-14T12:46:55.9370000Z</dcterms:created>
  <dcterms:modified xsi:type="dcterms:W3CDTF">2026-07-14T12:46:55.9370000Z</dcterms:modified>
</coreProperties>
</file>