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ebb846311488f" /><Relationship Type="http://schemas.openxmlformats.org/officeDocument/2006/relationships/extended-properties" Target="/docProps/app.xml" Id="Rb14bbe39fb1f4f44" /><Relationship Type="http://schemas.openxmlformats.org/officeDocument/2006/relationships/officeDocument" Target="/ppt/presentation.xml" Id="Rbd71e0c52de943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aadca9c684ac2"/>
  </p:sldMasterIdLst>
  <p:notesMasterIdLst>
    <p:notesMasterId xmlns:r="http://schemas.openxmlformats.org/officeDocument/2006/relationships" r:id="R2657352009614201"/>
  </p:notesMasterIdLst>
  <p:sldIdLst>
    <p:sldId xmlns:r="http://schemas.openxmlformats.org/officeDocument/2006/relationships" id="256" r:id="R202c6ac8b20b4601"/>
    <p:sldId xmlns:r="http://schemas.openxmlformats.org/officeDocument/2006/relationships" id="257" r:id="R86cf6962e5ab47e6"/>
    <p:sldId xmlns:r="http://schemas.openxmlformats.org/officeDocument/2006/relationships" id="258" r:id="R504849ac993a48b9"/>
    <p:sldId xmlns:r="http://schemas.openxmlformats.org/officeDocument/2006/relationships" id="259" r:id="Rad66d0ba4bea47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0fc3dace6c4fb4" /><Relationship Type="http://schemas.openxmlformats.org/officeDocument/2006/relationships/slideMaster" Target="/ppt/slideMasters/slideMaster1.xml" Id="Ra89aadca9c684ac2" /><Relationship Type="http://schemas.openxmlformats.org/officeDocument/2006/relationships/notesMaster" Target="/ppt/notesMasters/notesMaster1.xml" Id="R2657352009614201" /><Relationship Type="http://schemas.openxmlformats.org/officeDocument/2006/relationships/presProps" Target="/ppt/presProps.xml" Id="R0fdfeb1999664f1e" /><Relationship Type="http://schemas.openxmlformats.org/officeDocument/2006/relationships/viewProps" Target="/ppt/viewProps.xml" Id="R3d6ab3a001c34614" /><Relationship Type="http://schemas.openxmlformats.org/officeDocument/2006/relationships/tableStyles" Target="/ppt/tableStyles.xml" Id="Ra94a2a3b84d749d3" /><Relationship Type="http://schemas.openxmlformats.org/officeDocument/2006/relationships/slide" Target="/ppt/slides/slide1.xml" Id="R202c6ac8b20b4601" /><Relationship Type="http://schemas.openxmlformats.org/officeDocument/2006/relationships/slide" Target="/ppt/slides/slide2.xml" Id="R86cf6962e5ab47e6" /><Relationship Type="http://schemas.openxmlformats.org/officeDocument/2006/relationships/slide" Target="/ppt/slides/slide3.xml" Id="R504849ac993a48b9" /><Relationship Type="http://schemas.openxmlformats.org/officeDocument/2006/relationships/slide" Target="/ppt/slides/slide4.xml" Id="Rad66d0ba4bea47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d90fca535943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95c9dcd9c840a6" /><Relationship Type="http://schemas.openxmlformats.org/officeDocument/2006/relationships/notesMaster" Target="/ppt/notesMasters/notesMaster1.xml" Id="R183aba88e808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9a0ca597784873" /><Relationship Type="http://schemas.openxmlformats.org/officeDocument/2006/relationships/notesMaster" Target="/ppt/notesMasters/notesMaster1.xml" Id="R4d3201cc8cec4c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661ca6d7874023" /><Relationship Type="http://schemas.openxmlformats.org/officeDocument/2006/relationships/notesMaster" Target="/ppt/notesMasters/notesMaster1.xml" Id="R9112ab41538542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1c7bb1cf574214" /><Relationship Type="http://schemas.openxmlformats.org/officeDocument/2006/relationships/notesMaster" Target="/ppt/notesMasters/notesMaster1.xml" Id="R70234b45499943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3af49d98a44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89c16819642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02c3d1b4d46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ff1fe858a4e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9890b4bee42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a1d19c2d34d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ee4e4c5994685" /><Relationship Type="http://schemas.openxmlformats.org/officeDocument/2006/relationships/image" Target="/ppt/media/image.emf" Id="Raede710bf9c1407a" /><Relationship Type="http://schemas.openxmlformats.org/officeDocument/2006/relationships/image" Target="/ppt/media/image2.emf" Id="Re3865c6bbda3493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831418e3945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8e834a3d74f5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3DDF64-55DC-4783-9705-8E32AF6D2F5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F7B21C9-56F7-4B9C-AE21-0ACF9690CB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5BC247-B71C-4265-ADD8-B80C4C502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4E0BDE-FEB5-422C-9C63-9D2D040DEE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A8E41B-58E5-4EFD-8597-11F399255F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39E9C9-3D10-426E-9F90-315F4FC53F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64A4E5-73C8-4138-8D99-93B8D8DB3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EAEC62-3E42-426B-B734-7926FF2170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4765865-D48C-439A-B421-62C5609E0E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007D75-175B-4F53-80FF-03CC6F3AE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95C735-7A07-4C18-A8B1-998EEAB82D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FA62675-F2FD-4338-8948-2B45DBACBB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E1867FD-D399-46AF-B388-1697AAEE91C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88F4F31-264C-475D-8CD7-ABBE332D619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C0BA6B-95B0-4820-891B-C591F1153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8CF9C0-2B99-4400-8264-8334E9AAC7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DE7F09-2444-4781-8D06-CD33F44BE4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C457387-99D2-4924-BCDB-FBC59E2D1F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6E3F6D-2BCF-4CA7-A98F-BE38AF86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80267871-F0CA-4DBD-A365-1B6FE6C3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e710bf9c140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65c6bbda3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4F87FCB-CA3F-4121-B3B2-52952908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D2101685-6CF6-441F-BCD5-703510D5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e710bf9c140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65c6bbda3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9F47BD-3432-436E-A490-2E08774B7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302DCF2-4CEF-4F97-83C4-ADB0A0D48E6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06074C-13D6-415E-839E-BFE901ACB7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d4ac9801bf0f445a" /><Relationship Type="http://schemas.openxmlformats.org/officeDocument/2006/relationships/image" Target="/ppt/media/image2.emf" Id="R90abce0576724cd0" /><Relationship Type="http://schemas.openxmlformats.org/officeDocument/2006/relationships/theme" Target="/ppt/slideMasters/theme/theme2.xml" Id="R69bd5bf8a1334a1e" /><Relationship Type="http://schemas.openxmlformats.org/officeDocument/2006/relationships/slideLayout" Target="/ppt/slideLayouts/slideLayout1.xml" Id="R3fa8a2f6e9fa4910" /><Relationship Type="http://schemas.openxmlformats.org/officeDocument/2006/relationships/slideLayout" Target="/ppt/slideLayouts/slideLayout2.xml" Id="R40990e23712f46ea" /><Relationship Type="http://schemas.openxmlformats.org/officeDocument/2006/relationships/slideLayout" Target="/ppt/slideLayouts/slideLayout3.xml" Id="R147bf88e3ec8431a" /><Relationship Type="http://schemas.openxmlformats.org/officeDocument/2006/relationships/slideLayout" Target="/ppt/slideLayouts/slideLayout4.xml" Id="Rc8d018df9ae74770" /><Relationship Type="http://schemas.openxmlformats.org/officeDocument/2006/relationships/slideLayout" Target="/ppt/slideLayouts/slideLayout5.xml" Id="R2c734158f08b42d7" /><Relationship Type="http://schemas.openxmlformats.org/officeDocument/2006/relationships/slideLayout" Target="/ppt/slideLayouts/slideLayout6.xml" Id="R76042fe199774e34" /><Relationship Type="http://schemas.openxmlformats.org/officeDocument/2006/relationships/slideLayout" Target="/ppt/slideLayouts/slideLayout7.xml" Id="Ra072ae9fcc9540db" /><Relationship Type="http://schemas.openxmlformats.org/officeDocument/2006/relationships/slideLayout" Target="/ppt/slideLayouts/slideLayout8.xml" Id="Ref4ea978804348aa" /><Relationship Type="http://schemas.openxmlformats.org/officeDocument/2006/relationships/slideLayout" Target="/ppt/slideLayouts/slideLayout9.xml" Id="Recad71addfd0485e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3C5AB6F-4AFE-4371-AC7C-78945050A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CAD9E9-04EC-4CE1-8159-C03EE40FE6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51E7671-D6F3-4074-90E8-5D3F6841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0C8CA5C9-9A74-4919-9AF7-0E0F97B0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c9801bf0f44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bce0576724c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3656CC6-6EFE-44F2-9DEE-EF15033A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FC1D51A1-2072-486A-A92E-E488C2FA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c9801bf0f44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bce0576724c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a8a2f6e9fa4910"/>
    <p:sldLayoutId xmlns:r="http://schemas.openxmlformats.org/officeDocument/2006/relationships" id="2147483650" r:id="R40990e23712f46ea"/>
    <p:sldLayoutId xmlns:r="http://schemas.openxmlformats.org/officeDocument/2006/relationships" id="2147483651" r:id="R147bf88e3ec8431a"/>
    <p:sldLayoutId xmlns:r="http://schemas.openxmlformats.org/officeDocument/2006/relationships" id="2147483652" r:id="Rc8d018df9ae74770"/>
    <p:sldLayoutId xmlns:r="http://schemas.openxmlformats.org/officeDocument/2006/relationships" id="2147483653" r:id="R2c734158f08b42d7"/>
    <p:sldLayoutId xmlns:r="http://schemas.openxmlformats.org/officeDocument/2006/relationships" id="2147483654" r:id="R76042fe199774e34"/>
    <p:sldLayoutId xmlns:r="http://schemas.openxmlformats.org/officeDocument/2006/relationships" id="2147483655" r:id="Ra072ae9fcc9540db"/>
    <p:sldLayoutId xmlns:r="http://schemas.openxmlformats.org/officeDocument/2006/relationships" id="2147483656" r:id="Ref4ea978804348aa"/>
    <p:sldLayoutId xmlns:r="http://schemas.openxmlformats.org/officeDocument/2006/relationships" id="2147483657" r:id="Recad71addfd0485e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8e6f64f314f63" /><Relationship Type="http://schemas.openxmlformats.org/officeDocument/2006/relationships/notesSlide" Target="/ppt/notesSlides/notesSlide1.xml" Id="R6be33ac1076f42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06bff1a2634f56" /><Relationship Type="http://schemas.openxmlformats.org/officeDocument/2006/relationships/image" Target="/ppt/media/image.emf" Id="R755577467e9a4cd1" /><Relationship Type="http://schemas.openxmlformats.org/officeDocument/2006/relationships/image" Target="/ppt/media/image2.emf" Id="R5348aaf4fba3492f" /><Relationship Type="http://schemas.openxmlformats.org/officeDocument/2006/relationships/notesSlide" Target="/ppt/notesSlides/notesSlide2.xml" Id="R8d1d16ae549d4d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98af035766428e" /><Relationship Type="http://schemas.openxmlformats.org/officeDocument/2006/relationships/image" Target="/ppt/media/image.emf" Id="Ra867000613964f33" /><Relationship Type="http://schemas.openxmlformats.org/officeDocument/2006/relationships/image" Target="/ppt/media/image2.emf" Id="Rad52032abd534c65" /><Relationship Type="http://schemas.openxmlformats.org/officeDocument/2006/relationships/notesSlide" Target="/ppt/notesSlides/notesSlide3.xml" Id="Rb4525873f7c344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907101344a4ea6" /><Relationship Type="http://schemas.openxmlformats.org/officeDocument/2006/relationships/image" Target="/ppt/media/image.emf" Id="R44a30950cbe648e3" /><Relationship Type="http://schemas.openxmlformats.org/officeDocument/2006/relationships/image" Target="/ppt/media/image2.emf" Id="Ra3513c61f9fc46d3" /><Relationship Type="http://schemas.openxmlformats.org/officeDocument/2006/relationships/notesSlide" Target="/ppt/notesSlides/notesSlide4.xml" Id="R23a400a8256449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8 Assignment: Test Suite &amp; Bug Report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GitHub repo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4B3B68B-BA58-4A01-8B76-8F7D05AE5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EBF75D-38E2-4FD0-A614-683A5E4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3A841F-8443-4AB3-9744-8D178B0E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Test your Week 7 API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99F0357-B372-41FC-983F-CA8A711C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Write a comprehensive test suite for your Week 7 /api/users/register endpoint: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Unit tests for validation logic (email format, password rules)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Integration test: POST valid data -&gt; check 201 response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Integration test: POST invalid data -&gt; check 400 response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Edge cases: SQL injection attempt, long strings, missing fields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to uncover edge-case inputs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Run mutation/pressure test and document flaky tests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E2361D2-0AB5-4BDB-A319-DCA5C2D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C5D5FBD-6341-4D05-B582-9B1348D3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577467e9a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8aaf4fba349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4B3B68B-BA58-4A01-8B76-8F7D05AE5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EBF75D-38E2-4FD0-A614-683A5E4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3A841F-8443-4AB3-9744-8D178B0E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99F0357-B372-41FC-983F-CA8A711C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Test report (HTML/XML from pytest-cov --cov-report=html)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 Bug Report Issue on GitHub describing one interesting edge-case bug you found and fixed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Include: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Description of the bug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Steps to reproduce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Expected vs actual behavior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How you fixed it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Add load testing (Locust or JMeter) for the endpoint.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E2361D2-0AB5-4BDB-A319-DCA5C2D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C5D5FBD-6341-4D05-B582-9B1348D3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7000613964f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2032abd534c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4B3B68B-BA58-4A01-8B76-8F7D05AE5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EBF75D-38E2-4FD0-A614-683A5E4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3A841F-8443-4AB3-9744-8D178B0E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99F0357-B372-41FC-983F-CA8A711C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Unit tests for validation logic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Integration tests for API endpoint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Edge cases covered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Bug report issue on GitHub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E2361D2-0AB5-4BDB-A319-DCA5C2D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1C5D5FBD-6341-4D05-B582-9B1348D3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30950cbe648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13c61f9fc46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2026-07-14T12:47:00.1180000Z</dcterms:created>
  <dcterms:modified xsi:type="dcterms:W3CDTF">2026-07-14T12:47:00.1180000Z</dcterms:modified>
</coreProperties>
</file>