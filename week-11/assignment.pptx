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8a2546cb34bd6" /><Relationship Type="http://schemas.openxmlformats.org/officeDocument/2006/relationships/extended-properties" Target="/docProps/app.xml" Id="R92cfffc9b99d4739" /><Relationship Type="http://schemas.openxmlformats.org/officeDocument/2006/relationships/officeDocument" Target="/ppt/presentation.xml" Id="R5c78e78c34a34e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ddbc57316a4b3e"/>
  </p:sldMasterIdLst>
  <p:notesMasterIdLst>
    <p:notesMasterId xmlns:r="http://schemas.openxmlformats.org/officeDocument/2006/relationships" r:id="R35e3d12134104e85"/>
  </p:notesMasterIdLst>
  <p:sldIdLst>
    <p:sldId xmlns:r="http://schemas.openxmlformats.org/officeDocument/2006/relationships" id="256" r:id="Rde97cf027e044f7e"/>
    <p:sldId xmlns:r="http://schemas.openxmlformats.org/officeDocument/2006/relationships" id="257" r:id="Rd199c86c223b40c5"/>
    <p:sldId xmlns:r="http://schemas.openxmlformats.org/officeDocument/2006/relationships" id="258" r:id="R48cbd62c63eb4743"/>
    <p:sldId xmlns:r="http://schemas.openxmlformats.org/officeDocument/2006/relationships" id="259" r:id="R092c3efbde894a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03a23752f4693" /><Relationship Type="http://schemas.openxmlformats.org/officeDocument/2006/relationships/slideMaster" Target="/ppt/slideMasters/slideMaster1.xml" Id="R8bddbc57316a4b3e" /><Relationship Type="http://schemas.openxmlformats.org/officeDocument/2006/relationships/notesMaster" Target="/ppt/notesMasters/notesMaster1.xml" Id="R35e3d12134104e85" /><Relationship Type="http://schemas.openxmlformats.org/officeDocument/2006/relationships/presProps" Target="/ppt/presProps.xml" Id="R941592fd010e4615" /><Relationship Type="http://schemas.openxmlformats.org/officeDocument/2006/relationships/viewProps" Target="/ppt/viewProps.xml" Id="R2aadefb8692d444b" /><Relationship Type="http://schemas.openxmlformats.org/officeDocument/2006/relationships/tableStyles" Target="/ppt/tableStyles.xml" Id="R1b9e66f31b344693" /><Relationship Type="http://schemas.openxmlformats.org/officeDocument/2006/relationships/slide" Target="/ppt/slides/slide1.xml" Id="Rde97cf027e044f7e" /><Relationship Type="http://schemas.openxmlformats.org/officeDocument/2006/relationships/slide" Target="/ppt/slides/slide2.xml" Id="Rd199c86c223b40c5" /><Relationship Type="http://schemas.openxmlformats.org/officeDocument/2006/relationships/slide" Target="/ppt/slides/slide3.xml" Id="R48cbd62c63eb4743" /><Relationship Type="http://schemas.openxmlformats.org/officeDocument/2006/relationships/slide" Target="/ppt/slides/slide4.xml" Id="R092c3efbde89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ebf9e28e1447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a80f23335b4a99" /><Relationship Type="http://schemas.openxmlformats.org/officeDocument/2006/relationships/notesMaster" Target="/ppt/notesMasters/notesMaster1.xml" Id="Rc40f21fed9f8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d608738fb643de" /><Relationship Type="http://schemas.openxmlformats.org/officeDocument/2006/relationships/notesMaster" Target="/ppt/notesMasters/notesMaster1.xml" Id="R57e44e882e1a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53ed43df124797" /><Relationship Type="http://schemas.openxmlformats.org/officeDocument/2006/relationships/notesMaster" Target="/ppt/notesMasters/notesMaster1.xml" Id="Rf7a40617fd05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5f3c130acf46af" /><Relationship Type="http://schemas.openxmlformats.org/officeDocument/2006/relationships/notesMaster" Target="/ppt/notesMasters/notesMaster1.xml" Id="R7ada784e2f8d4b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2af1d7bb940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d77ef67ee49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e5449989b45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73defea704b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27c455b6441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0ee0753df42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2a2201e804bcb" /><Relationship Type="http://schemas.openxmlformats.org/officeDocument/2006/relationships/image" Target="/ppt/media/image.emf" Id="R5c3c80098bab4d7e" /><Relationship Type="http://schemas.openxmlformats.org/officeDocument/2006/relationships/image" Target="/ppt/media/image2.emf" Id="R6d9a3a5fbf9140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1e649cc9847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3b9b7328342b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29C51-76C3-4822-91B2-5FD0ED80C9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8F7A9E-FB24-472D-BB80-DB085FD438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E98029-1F36-4837-860C-27E53E8B4F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2CC3BC-13A4-4779-BC10-8EFC101258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91F0C2-7A13-4176-A75C-302ED9BBF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752A1F-351D-4CD0-AE84-C255B9BA8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E7D30C-27EF-487D-8978-16338BCD0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B2CAE7-914A-4BCF-A261-EEA220ED24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E4E7A6-42D6-4A4A-A60B-9F253EFE056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369098-715E-451F-84BF-D5D3C53AF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ADB551-726F-475B-AF44-25E7DAA835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44E9D43-8289-479F-9075-09EC41EE82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B28C0D-B3B9-4CA4-AE36-FC6D12379B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B034A1-2B5B-43DD-897D-31A46BA286B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59605C-52ED-4DDF-A51F-38891E1D0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46B564-2018-403F-994B-3CA1F4BB1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F03640-910B-45B6-8047-4537CE83DE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9A5617-A223-474C-996A-D8EA979C4B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57407E8-A788-4779-9BD8-5F46E0B9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3483E7B9-F999-4E57-9A6C-CF34E644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c80098bab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a3a5fbf914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8AA3E6B-C4E5-4D6F-A02E-2559D867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B91BFC87-9B5E-451B-84EB-139275DB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c80098bab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a3a5fbf914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4C6707-1163-4190-AA4E-7B5E5B495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17B04EF-E66D-4D23-A527-9BE6DF589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F275AC-BD8A-448B-9349-5EB38AF1EF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c87077b70cce49a8" /><Relationship Type="http://schemas.openxmlformats.org/officeDocument/2006/relationships/image" Target="/ppt/media/image2.emf" Id="R71be026751734706" /><Relationship Type="http://schemas.openxmlformats.org/officeDocument/2006/relationships/theme" Target="/ppt/slideMasters/theme/theme2.xml" Id="R9726eed7b24f446e" /><Relationship Type="http://schemas.openxmlformats.org/officeDocument/2006/relationships/slideLayout" Target="/ppt/slideLayouts/slideLayout1.xml" Id="R5a92f09c5c3e45ba" /><Relationship Type="http://schemas.openxmlformats.org/officeDocument/2006/relationships/slideLayout" Target="/ppt/slideLayouts/slideLayout2.xml" Id="Rd6fc9bd664454ed4" /><Relationship Type="http://schemas.openxmlformats.org/officeDocument/2006/relationships/slideLayout" Target="/ppt/slideLayouts/slideLayout3.xml" Id="R5320d93cce7f4654" /><Relationship Type="http://schemas.openxmlformats.org/officeDocument/2006/relationships/slideLayout" Target="/ppt/slideLayouts/slideLayout4.xml" Id="R1614fef53c29473b" /><Relationship Type="http://schemas.openxmlformats.org/officeDocument/2006/relationships/slideLayout" Target="/ppt/slideLayouts/slideLayout5.xml" Id="R99221171fc874ac5" /><Relationship Type="http://schemas.openxmlformats.org/officeDocument/2006/relationships/slideLayout" Target="/ppt/slideLayouts/slideLayout6.xml" Id="R5951471cc80442c8" /><Relationship Type="http://schemas.openxmlformats.org/officeDocument/2006/relationships/slideLayout" Target="/ppt/slideLayouts/slideLayout7.xml" Id="R49add1f167174609" /><Relationship Type="http://schemas.openxmlformats.org/officeDocument/2006/relationships/slideLayout" Target="/ppt/slideLayouts/slideLayout8.xml" Id="R0d35b2cecbff4307" /><Relationship Type="http://schemas.openxmlformats.org/officeDocument/2006/relationships/slideLayout" Target="/ppt/slideLayouts/slideLayout9.xml" Id="Rd091c5ee35bd4ce7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2D096EE-FF81-459B-9E62-A6BC921F6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21E544-AC47-4BE5-91A2-B0827B472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4BCB0C-CE51-45F1-B61C-B90251A0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6FEE96F5-4483-41D9-8899-85FDB132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077b70cce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e02675173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BCE529-5AB7-4688-AE45-B113E39A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10C0F442-19E3-41F4-B325-F0EB7E9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077b70cce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e02675173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2f09c5c3e45ba"/>
    <p:sldLayoutId xmlns:r="http://schemas.openxmlformats.org/officeDocument/2006/relationships" id="2147483650" r:id="Rd6fc9bd664454ed4"/>
    <p:sldLayoutId xmlns:r="http://schemas.openxmlformats.org/officeDocument/2006/relationships" id="2147483651" r:id="R5320d93cce7f4654"/>
    <p:sldLayoutId xmlns:r="http://schemas.openxmlformats.org/officeDocument/2006/relationships" id="2147483652" r:id="R1614fef53c29473b"/>
    <p:sldLayoutId xmlns:r="http://schemas.openxmlformats.org/officeDocument/2006/relationships" id="2147483653" r:id="R99221171fc874ac5"/>
    <p:sldLayoutId xmlns:r="http://schemas.openxmlformats.org/officeDocument/2006/relationships" id="2147483654" r:id="R5951471cc80442c8"/>
    <p:sldLayoutId xmlns:r="http://schemas.openxmlformats.org/officeDocument/2006/relationships" id="2147483655" r:id="R49add1f167174609"/>
    <p:sldLayoutId xmlns:r="http://schemas.openxmlformats.org/officeDocument/2006/relationships" id="2147483656" r:id="R0d35b2cecbff4307"/>
    <p:sldLayoutId xmlns:r="http://schemas.openxmlformats.org/officeDocument/2006/relationships" id="2147483657" r:id="Rd091c5ee35bd4ce7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efc60dcf04a93" /><Relationship Type="http://schemas.openxmlformats.org/officeDocument/2006/relationships/notesSlide" Target="/ppt/notesSlides/notesSlide1.xml" Id="Ra15fa653c57a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259b5a4cad47fa" /><Relationship Type="http://schemas.openxmlformats.org/officeDocument/2006/relationships/image" Target="/ppt/media/image.emf" Id="R611440720c394877" /><Relationship Type="http://schemas.openxmlformats.org/officeDocument/2006/relationships/image" Target="/ppt/media/image2.emf" Id="R2b665056dbc44dd3" /><Relationship Type="http://schemas.openxmlformats.org/officeDocument/2006/relationships/notesSlide" Target="/ppt/notesSlides/notesSlide2.xml" Id="Re105416a974b4b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8d9ac4b95f4d13" /><Relationship Type="http://schemas.openxmlformats.org/officeDocument/2006/relationships/image" Target="/ppt/media/image.emf" Id="R0bb2c44f54ba4c22" /><Relationship Type="http://schemas.openxmlformats.org/officeDocument/2006/relationships/image" Target="/ppt/media/image2.emf" Id="R524ebc2a8db74d74" /><Relationship Type="http://schemas.openxmlformats.org/officeDocument/2006/relationships/notesSlide" Target="/ppt/notesSlides/notesSlide3.xml" Id="R31894cb70d3641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20b87569f44d6e" /><Relationship Type="http://schemas.openxmlformats.org/officeDocument/2006/relationships/image" Target="/ppt/media/image.emf" Id="R2c578f03c7224e4a" /><Relationship Type="http://schemas.openxmlformats.org/officeDocument/2006/relationships/image" Target="/ppt/media/image2.emf" Id="R2e1ab3f5f9164880" /><Relationship Type="http://schemas.openxmlformats.org/officeDocument/2006/relationships/notesSlide" Target="/ppt/notesSlides/notesSlide4.xml" Id="R25431140ad2341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11 Assignment: Sprint 0 Planning Artifacts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Board screenshot + notes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C86878B-2AE9-492B-84E1-E186FEB7E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B485DB3-0BDE-44BC-9EEB-8BB21BB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7AA25DB-F8F3-40D4-A675-0E22B43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Plan your first sprint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D9CEF43-1EF7-4B42-81CF-2B316D3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Create a JIRA/Trello board for a 2-week sprint: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10-15 backlog items (user stories + tasks)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Prioritize them (business value + urgency)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estimate story points (Fibonacci: 1, 2, 3, 5, 8, 13)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Select items for Sprint 1 based on velocity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Hold a mock sprint planning meeting with a classmate (record or take notes)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Submit a velocity prediction based on AI estimates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07E7B6-0A51-45B2-A6D1-0A2648F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952149E-8FE1-45CB-B306-ECFB2FE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440720c3948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65056dbc4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C86878B-2AE9-492B-84E1-E186FEB7E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B485DB3-0BDE-44BC-9EEB-8BB21BB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7AA25DB-F8F3-40D4-A675-0E22B43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D9CEF43-1EF7-4B42-81CF-2B316D3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Board export/screenshot showing backlog + sprint items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Meeting recording link or timestamped notes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Velocity prediction (e.g. 'We plan to complete 20 points this sprint')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Reflection: How did AI's estimates compare to your own judgment?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labels for story type (bug, feature, chore) and priority (P0, P1, P2).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07E7B6-0A51-45B2-A6D1-0A2648F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952149E-8FE1-45CB-B306-ECFB2FE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2c44f54ba4c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ebc2a8db7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C86878B-2AE9-492B-84E1-E186FEB7E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B485DB3-0BDE-44BC-9EEB-8BB21BB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7AA25DB-F8F3-40D4-A675-0E22B43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D9CEF43-1EF7-4B42-81CF-2B316D3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10-15 well-written backlog items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Board shows sprint plan with priorities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Meeting notes or recording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Velocity prediction with AI assistance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07E7B6-0A51-45B2-A6D1-0A2648F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952149E-8FE1-45CB-B306-ECFB2FE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78f03c7224e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ab3f5f916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2026-07-14T12:47:02.0810000Z</dcterms:created>
  <dcterms:modified xsi:type="dcterms:W3CDTF">2026-07-14T12:47:02.0810000Z</dcterms:modified>
</coreProperties>
</file>