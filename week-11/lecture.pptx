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65561bcb5c4431" /><Relationship Type="http://schemas.openxmlformats.org/officeDocument/2006/relationships/extended-properties" Target="/docProps/app.xml" Id="R1ecea639dd304a39" /><Relationship Type="http://schemas.openxmlformats.org/officeDocument/2006/relationships/officeDocument" Target="/ppt/presentation.xml" Id="Rf61a8e0ef153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374b25d0aa4590"/>
  </p:sldMasterIdLst>
  <p:notesMasterIdLst>
    <p:notesMasterId xmlns:r="http://schemas.openxmlformats.org/officeDocument/2006/relationships" r:id="Rbeec1a119685427f"/>
  </p:notesMasterIdLst>
  <p:sldIdLst>
    <p:sldId xmlns:r="http://schemas.openxmlformats.org/officeDocument/2006/relationships" id="256" r:id="R1c21bce36c764c76"/>
    <p:sldId xmlns:r="http://schemas.openxmlformats.org/officeDocument/2006/relationships" id="257" r:id="R22203b49d7ae4b63"/>
    <p:sldId xmlns:r="http://schemas.openxmlformats.org/officeDocument/2006/relationships" id="258" r:id="R4c68e0765afd4ccf"/>
    <p:sldId xmlns:r="http://schemas.openxmlformats.org/officeDocument/2006/relationships" id="259" r:id="Re68eb96550534e82"/>
    <p:sldId xmlns:r="http://schemas.openxmlformats.org/officeDocument/2006/relationships" id="260" r:id="Rb3c7b78fcecb4b25"/>
    <p:sldId xmlns:r="http://schemas.openxmlformats.org/officeDocument/2006/relationships" id="261" r:id="R203a57c642c643be"/>
    <p:sldId xmlns:r="http://schemas.openxmlformats.org/officeDocument/2006/relationships" id="262" r:id="Rabd1957c7e924106"/>
    <p:sldId xmlns:r="http://schemas.openxmlformats.org/officeDocument/2006/relationships" id="263" r:id="R9a44d00dba3144e3"/>
    <p:sldId xmlns:r="http://schemas.openxmlformats.org/officeDocument/2006/relationships" id="264" r:id="R69f8b4ec10d648fc"/>
    <p:sldId xmlns:r="http://schemas.openxmlformats.org/officeDocument/2006/relationships" id="265" r:id="Rf14f2e6964b140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026f88a72640f0" /><Relationship Type="http://schemas.openxmlformats.org/officeDocument/2006/relationships/slideMaster" Target="/ppt/slideMasters/slideMaster1.xml" Id="Rba374b25d0aa4590" /><Relationship Type="http://schemas.openxmlformats.org/officeDocument/2006/relationships/notesMaster" Target="/ppt/notesMasters/notesMaster1.xml" Id="Rbeec1a119685427f" /><Relationship Type="http://schemas.openxmlformats.org/officeDocument/2006/relationships/presProps" Target="/ppt/presProps.xml" Id="Rb703b95493dd498e" /><Relationship Type="http://schemas.openxmlformats.org/officeDocument/2006/relationships/viewProps" Target="/ppt/viewProps.xml" Id="Rb036a997505b44d8" /><Relationship Type="http://schemas.openxmlformats.org/officeDocument/2006/relationships/tableStyles" Target="/ppt/tableStyles.xml" Id="Rf27a6d7c342f4149" /><Relationship Type="http://schemas.openxmlformats.org/officeDocument/2006/relationships/slide" Target="/ppt/slides/slide1.xml" Id="R1c21bce36c764c76" /><Relationship Type="http://schemas.openxmlformats.org/officeDocument/2006/relationships/slide" Target="/ppt/slides/slide2.xml" Id="R22203b49d7ae4b63" /><Relationship Type="http://schemas.openxmlformats.org/officeDocument/2006/relationships/slide" Target="/ppt/slides/slide3.xml" Id="R4c68e0765afd4ccf" /><Relationship Type="http://schemas.openxmlformats.org/officeDocument/2006/relationships/slide" Target="/ppt/slides/slide4.xml" Id="Re68eb96550534e82" /><Relationship Type="http://schemas.openxmlformats.org/officeDocument/2006/relationships/slide" Target="/ppt/slides/slide5.xml" Id="Rb3c7b78fcecb4b25" /><Relationship Type="http://schemas.openxmlformats.org/officeDocument/2006/relationships/slide" Target="/ppt/slides/slide6.xml" Id="R203a57c642c643be" /><Relationship Type="http://schemas.openxmlformats.org/officeDocument/2006/relationships/slide" Target="/ppt/slides/slide7.xml" Id="Rabd1957c7e924106" /><Relationship Type="http://schemas.openxmlformats.org/officeDocument/2006/relationships/slide" Target="/ppt/slides/slide8.xml" Id="R9a44d00dba3144e3" /><Relationship Type="http://schemas.openxmlformats.org/officeDocument/2006/relationships/slide" Target="/ppt/slides/slide9.xml" Id="R69f8b4ec10d648fc" /><Relationship Type="http://schemas.openxmlformats.org/officeDocument/2006/relationships/slide" Target="/ppt/slides/slide10.xml" Id="Rf14f2e6964b140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9c2f7d646c45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70a713f7774953" /><Relationship Type="http://schemas.openxmlformats.org/officeDocument/2006/relationships/notesMaster" Target="/ppt/notesMasters/notesMaster1.xml" Id="Ra111d7348a1e44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44a686ae4f44b9" /><Relationship Type="http://schemas.openxmlformats.org/officeDocument/2006/relationships/notesMaster" Target="/ppt/notesMasters/notesMaster1.xml" Id="Rd7b2034ad7a14d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d77b19fd1d4d7a" /><Relationship Type="http://schemas.openxmlformats.org/officeDocument/2006/relationships/notesMaster" Target="/ppt/notesMasters/notesMaster1.xml" Id="R345bc8fe35ee47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f97552eb0d4727" /><Relationship Type="http://schemas.openxmlformats.org/officeDocument/2006/relationships/notesMaster" Target="/ppt/notesMasters/notesMaster1.xml" Id="Ra57c091dbb6b4d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78e2f6dbfe4894" /><Relationship Type="http://schemas.openxmlformats.org/officeDocument/2006/relationships/notesMaster" Target="/ppt/notesMasters/notesMaster1.xml" Id="Raecbb7d419a146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0da303b2504cfa" /><Relationship Type="http://schemas.openxmlformats.org/officeDocument/2006/relationships/notesMaster" Target="/ppt/notesMasters/notesMaster1.xml" Id="Rb7f4e0d600f04e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a344891f7b4212" /><Relationship Type="http://schemas.openxmlformats.org/officeDocument/2006/relationships/notesMaster" Target="/ppt/notesMasters/notesMaster1.xml" Id="Rd02b5e4886ed4d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eb490cb6d34261" /><Relationship Type="http://schemas.openxmlformats.org/officeDocument/2006/relationships/notesMaster" Target="/ppt/notesMasters/notesMaster1.xml" Id="Ra9b7f445739042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f4ab2f90ac4a57" /><Relationship Type="http://schemas.openxmlformats.org/officeDocument/2006/relationships/notesMaster" Target="/ppt/notesMasters/notesMaster1.xml" Id="R5283d63f49dd42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1303367fe046f6" /><Relationship Type="http://schemas.openxmlformats.org/officeDocument/2006/relationships/notesMaster" Target="/ppt/notesMasters/notesMaster1.xml" Id="R61b27ba7dfd542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8085908ca4a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88ac7504049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514aaedec4e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a9d5c022c46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c9539197549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a829c860446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455944cd747fa" /><Relationship Type="http://schemas.openxmlformats.org/officeDocument/2006/relationships/image" Target="/ppt/media/image.emf" Id="R052983b03680407f" /><Relationship Type="http://schemas.openxmlformats.org/officeDocument/2006/relationships/image" Target="/ppt/media/image2.emf" Id="R19c6c870c83541c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8ed4038d64ee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d8fef538e44b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5551A1-DC3D-43E2-9BE9-4353845D90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BAA1CD8-3BDB-489B-A8A9-7C81CF0419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297754-5323-4A0F-95BE-76FF4B6C4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D0DCD2-B9CC-4066-BEE7-42482AD903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9DACF9-981B-41C5-A857-60A15497A8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DB3CAE-D512-4A69-BD5D-43AAF68C77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8F3C1C-ECC9-4200-819E-A717CF8E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F34149-813A-48B0-BD6A-2BD7533FC3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573151-BC05-4641-B7CA-030C1FCCAC2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EB96D9-9A3A-49CE-8553-1B2858A21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892679-87CC-4906-AC25-E58A8B3283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55409B7-9F0C-4D57-A69A-BDF3B39C86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7D40C21-0AF6-4B9C-A889-C33DC33AACD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CDBBE7F-54FE-4DC3-9363-6382264221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8CC245-9E5D-44F5-97DE-29C1FA4F3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D3FFDD-78BD-4CDD-918A-6270793D4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FD5D5C-242D-4E5D-9694-8587E3593F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EFD90C4-38FF-4753-BE52-90CDAD5656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2E67BAD-34C6-4236-887A-01D525D3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00168A5C-040A-45F1-BD9F-27321188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983b03680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6c870c83541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48F7F05-D533-473F-B975-642277F1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7442ABF6-64DE-4E30-A8E2-C2E3B316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983b03680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6c870c83541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E43ACC-82AA-4075-BE18-D879F09EB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EA5DD0C-EDCD-492D-AF40-3E9AFC933E9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49FC5A-E1CA-4A14-A491-A8632F80C0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5a01361819514232" /><Relationship Type="http://schemas.openxmlformats.org/officeDocument/2006/relationships/image" Target="/ppt/media/image2.emf" Id="Rfb6bf47d00894e1e" /><Relationship Type="http://schemas.openxmlformats.org/officeDocument/2006/relationships/theme" Target="/ppt/slideMasters/theme/theme2.xml" Id="R94c2d0da0f6b46a0" /><Relationship Type="http://schemas.openxmlformats.org/officeDocument/2006/relationships/slideLayout" Target="/ppt/slideLayouts/slideLayout1.xml" Id="R5c5b018a57c44612" /><Relationship Type="http://schemas.openxmlformats.org/officeDocument/2006/relationships/slideLayout" Target="/ppt/slideLayouts/slideLayout2.xml" Id="Rdf1622190ff14dc6" /><Relationship Type="http://schemas.openxmlformats.org/officeDocument/2006/relationships/slideLayout" Target="/ppt/slideLayouts/slideLayout3.xml" Id="R52549b697d8e4a4e" /><Relationship Type="http://schemas.openxmlformats.org/officeDocument/2006/relationships/slideLayout" Target="/ppt/slideLayouts/slideLayout4.xml" Id="Re3c5b05da86b47e4" /><Relationship Type="http://schemas.openxmlformats.org/officeDocument/2006/relationships/slideLayout" Target="/ppt/slideLayouts/slideLayout5.xml" Id="Rb94722272e8a40ad" /><Relationship Type="http://schemas.openxmlformats.org/officeDocument/2006/relationships/slideLayout" Target="/ppt/slideLayouts/slideLayout6.xml" Id="R020816c434ea491f" /><Relationship Type="http://schemas.openxmlformats.org/officeDocument/2006/relationships/slideLayout" Target="/ppt/slideLayouts/slideLayout7.xml" Id="Rf1084342afbd495c" /><Relationship Type="http://schemas.openxmlformats.org/officeDocument/2006/relationships/slideLayout" Target="/ppt/slideLayouts/slideLayout8.xml" Id="Rd3042d775133477a" /><Relationship Type="http://schemas.openxmlformats.org/officeDocument/2006/relationships/slideLayout" Target="/ppt/slideLayouts/slideLayout9.xml" Id="R6ba28c2e59a84cf7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6F4DF0D-C4F8-4307-990F-ACA679520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E89E22-EDB8-412F-9526-A8CCDB6E4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A103B6C-23B2-4F7C-BF49-289361A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301BCC1B-85F2-47FE-8F19-1F455FBF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1361819514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bf47d0089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E716973-8AA4-41E4-99D5-5CF02B56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BC059913-54F2-4CC4-BB4F-F4265C9A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1361819514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bf47d0089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5b018a57c44612"/>
    <p:sldLayoutId xmlns:r="http://schemas.openxmlformats.org/officeDocument/2006/relationships" id="2147483650" r:id="Rdf1622190ff14dc6"/>
    <p:sldLayoutId xmlns:r="http://schemas.openxmlformats.org/officeDocument/2006/relationships" id="2147483651" r:id="R52549b697d8e4a4e"/>
    <p:sldLayoutId xmlns:r="http://schemas.openxmlformats.org/officeDocument/2006/relationships" id="2147483652" r:id="Re3c5b05da86b47e4"/>
    <p:sldLayoutId xmlns:r="http://schemas.openxmlformats.org/officeDocument/2006/relationships" id="2147483653" r:id="Rb94722272e8a40ad"/>
    <p:sldLayoutId xmlns:r="http://schemas.openxmlformats.org/officeDocument/2006/relationships" id="2147483654" r:id="R020816c434ea491f"/>
    <p:sldLayoutId xmlns:r="http://schemas.openxmlformats.org/officeDocument/2006/relationships" id="2147483655" r:id="Rf1084342afbd495c"/>
    <p:sldLayoutId xmlns:r="http://schemas.openxmlformats.org/officeDocument/2006/relationships" id="2147483656" r:id="Rd3042d775133477a"/>
    <p:sldLayoutId xmlns:r="http://schemas.openxmlformats.org/officeDocument/2006/relationships" id="2147483657" r:id="R6ba28c2e59a84cf7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3e41ec7b94e22" /><Relationship Type="http://schemas.openxmlformats.org/officeDocument/2006/relationships/notesSlide" Target="/ppt/notesSlides/notesSlide1.xml" Id="R0e0fc57a7ed542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010bed0d3a4a0c" /><Relationship Type="http://schemas.openxmlformats.org/officeDocument/2006/relationships/image" Target="/ppt/media/image.emf" Id="R25f29470e06d4e2f" /><Relationship Type="http://schemas.openxmlformats.org/officeDocument/2006/relationships/image" Target="/ppt/media/image2.emf" Id="Reaf53235adfb4296" /><Relationship Type="http://schemas.openxmlformats.org/officeDocument/2006/relationships/notesSlide" Target="/ppt/notesSlides/notesSlide2.xml" Id="R0782c249ec2647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93167c3cd942e6" /><Relationship Type="http://schemas.openxmlformats.org/officeDocument/2006/relationships/image" Target="/ppt/media/image.emf" Id="R416b38cc376343de" /><Relationship Type="http://schemas.openxmlformats.org/officeDocument/2006/relationships/image" Target="/ppt/media/image2.emf" Id="Rfd04dbb44f904dfe" /><Relationship Type="http://schemas.openxmlformats.org/officeDocument/2006/relationships/notesSlide" Target="/ppt/notesSlides/notesSlide3.xml" Id="Ra07e7f2607b84b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95a6af86e648b0" /><Relationship Type="http://schemas.openxmlformats.org/officeDocument/2006/relationships/image" Target="/ppt/media/image.emf" Id="Rf7ae5786cd594483" /><Relationship Type="http://schemas.openxmlformats.org/officeDocument/2006/relationships/image" Target="/ppt/media/image2.emf" Id="R23e4029c90a24c27" /><Relationship Type="http://schemas.openxmlformats.org/officeDocument/2006/relationships/notesSlide" Target="/ppt/notesSlides/notesSlide4.xml" Id="R1030d0453733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efe4d00b4f45d2" /><Relationship Type="http://schemas.openxmlformats.org/officeDocument/2006/relationships/image" Target="/ppt/media/image.emf" Id="Rf252aaa036b04950" /><Relationship Type="http://schemas.openxmlformats.org/officeDocument/2006/relationships/image" Target="/ppt/media/image2.emf" Id="R29b17f23cc4144d1" /><Relationship Type="http://schemas.openxmlformats.org/officeDocument/2006/relationships/notesSlide" Target="/ppt/notesSlides/notesSlide5.xml" Id="R6746d41d2628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ffa732103c4926" /><Relationship Type="http://schemas.openxmlformats.org/officeDocument/2006/relationships/image" Target="/ppt/media/image.emf" Id="R17cb29fd96c54792" /><Relationship Type="http://schemas.openxmlformats.org/officeDocument/2006/relationships/image" Target="/ppt/media/image2.emf" Id="R02bff0664bf94676" /><Relationship Type="http://schemas.openxmlformats.org/officeDocument/2006/relationships/notesSlide" Target="/ppt/notesSlides/notesSlide6.xml" Id="R80c251563c8a4b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9fbdbbd4d54927" /><Relationship Type="http://schemas.openxmlformats.org/officeDocument/2006/relationships/image" Target="/ppt/media/image.emf" Id="R1ad986b6777844b9" /><Relationship Type="http://schemas.openxmlformats.org/officeDocument/2006/relationships/image" Target="/ppt/media/image2.emf" Id="R91a7539fcb3c4308" /><Relationship Type="http://schemas.openxmlformats.org/officeDocument/2006/relationships/notesSlide" Target="/ppt/notesSlides/notesSlide7.xml" Id="Re20814d3763e4b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a8b25bd7a84ad1" /><Relationship Type="http://schemas.openxmlformats.org/officeDocument/2006/relationships/image" Target="/ppt/media/image.emf" Id="Rd3051d8f0a724a0a" /><Relationship Type="http://schemas.openxmlformats.org/officeDocument/2006/relationships/image" Target="/ppt/media/image2.emf" Id="R03881c639b8a4869" /><Relationship Type="http://schemas.openxmlformats.org/officeDocument/2006/relationships/notesSlide" Target="/ppt/notesSlides/notesSlide8.xml" Id="R60592e24566448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9850dac82341e4" /><Relationship Type="http://schemas.openxmlformats.org/officeDocument/2006/relationships/image" Target="/ppt/media/image.emf" Id="Rae2fa66d5f77490d" /><Relationship Type="http://schemas.openxmlformats.org/officeDocument/2006/relationships/image" Target="/ppt/media/image2.emf" Id="R5379af54573a43f6" /><Relationship Type="http://schemas.openxmlformats.org/officeDocument/2006/relationships/notesSlide" Target="/ppt/notesSlides/notesSlide9.xml" Id="R877bb99437d148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28bcb135c1454f" /><Relationship Type="http://schemas.openxmlformats.org/officeDocument/2006/relationships/image" Target="/ppt/media/image.emf" Id="R802890c6504a495d" /><Relationship Type="http://schemas.openxmlformats.org/officeDocument/2006/relationships/image" Target="/ppt/media/image2.emf" Id="R207ee75341284b85" /><Relationship Type="http://schemas.openxmlformats.org/officeDocument/2006/relationships/notesSlide" Target="/ppt/notesSlides/notesSlide10.xml" Id="R076caa3ef07c4c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11: Agile Project Management &amp; Scrum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Scrum Roles, Ceremonies, JIRA, Sprint Planning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Explain Scrum roles, ceremonies, and artifacts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Create and manage a JIRA/Trello board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Write effective backlog items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Estimate story points using AI assistance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Facilitate a mock stand-up meeting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29470e06d4e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53235adfb4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is Scrum?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An Agile framework for managing complex work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Scrum is NOT a methodology; it's a lightweight framework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Based on: transparency, inspection, adaptation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Timeboxed iterations called Sprints (1-4 weeks)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Three roles: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Product Owner: what to build, priorities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Scrum Master: process, remove blockers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Development Team: how to build it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Self-organizing, cross-functional teams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b38cc376343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4dbb44f904d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Scrum Ceremonies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Meetings that keep the team aligned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Sprint Planning: plan what to do in the next sprint (max 2h for 1-week sprint)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Daily Stand-up: 15min, what I did yesterday / what I'll do today / blockers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Sprint Review: demo completed work to stakeholders (end of sprint)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Sprint Retrospective: what went well / what to improve / what to try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Backlog Refinement: keep backlog items ready (ongoing)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Ceremony time should decrease as the team matures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e5786cd5944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4029c90a2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JIRA &amp; Confluence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Industry-standard project management tools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JIRA: track issues, stories, tasks, bugs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 concepts: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Epic: large body of work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Story: user-facing feature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Task: technical work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Subtask: smaller breakdown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Board views: Scrum (sprint-focused) or Kanban (flow-focused)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Confluence: team documentation, meeting notes, decision logs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Alternatives: Trello, Linear, Notion, ClickUp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2aaa036b049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17f23cc41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Writing Good Backlog Items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User stories with acceptance criteria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Format: As a [user], I want [goal] so that [reason]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Acceptance criteria: specific, testable conditions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INVEST: Independent, Negotiable, Valuable, Estimable, Small, Testable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Definition of Ready (DoR): story is ready to be picked up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Definition of Done (DoD): what 'done' means for every item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Bad: 'Fix login'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Good: 'As a user, I want to reset my password via email so that I can recover my account'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b29fd96c54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ff0664bf946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Estimation Techniques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Story points, planning poker, velocity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Story points: relative effort (1, 2, 3, 5, 8, 13, 21)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Don't equate to hours; it's relative complexity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Planning poker: team estimates together, discuss differences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Velocity: story points completed per sprint (historical average)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velocity to predict future sprints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Key insight: estimates are about uncertainty, not precision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suggest story point values based on description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986b6777844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7539fcb3c4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Estimation &amp; Reports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Use AI to estimate and generate reports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I have these 10 backlog items. Estimate story points for each using Fibonacci sequence.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assigns points based on complexity indicators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Generate a sprint report for this sprint with completed vs planned items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markdown or HTML report template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Predict our velocity based on last 3 sprints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calculates average and suggests sprint capacity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Always review AI estimates with the team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51d8f0a724a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81c639b8a48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Facilitation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Taking turns as Scrum Master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Mock stand-up meeting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Each person takes a turn as Scrum Master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Scrum Master's job: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Keep it to 15 minutes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Ensure everyone speaks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Note blockers (don't solve them in the stand-up)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mistakes: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Going into detailed technical discussions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Not showing up on time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Reporting to the Scrum Master instead of the team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Stand-ups are for coordination, not status reports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fa66d5f77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9af54573a43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B842186-03B8-4BD8-A2DF-A51340E7F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48ABCA-561F-447A-B6A6-3C6B12ED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9E8C1-ABBA-4295-B1B1-BF8DA05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11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FE2DA5-051D-4F91-B6AB-F44CC27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Scrum: roles (PO, SM, Dev), ceremonies (planning, stand-up, review, retro)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JIRA tracks work: epics, stories, tasks, bugs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Good backlog items follow INVEST + DoD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Story points measure relative complexity, not time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helps with estimation and report generation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Risk Management &amp; Project Estimation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Sprint 0 planning artifacts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7076A0-3D06-4365-A54B-7E92ACF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9C39882-C840-4CC1-8298-CE03EB6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890c6504a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ee75341284b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2026-07-14T12:47:01.8340000Z</dcterms:created>
  <dcterms:modified xsi:type="dcterms:W3CDTF">2026-07-14T12:47:01.8340000Z</dcterms:modified>
</coreProperties>
</file>