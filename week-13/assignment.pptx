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de7880d58f4316" /><Relationship Type="http://schemas.openxmlformats.org/officeDocument/2006/relationships/extended-properties" Target="/docProps/app.xml" Id="R760ad629bc6340fe" /><Relationship Type="http://schemas.openxmlformats.org/officeDocument/2006/relationships/officeDocument" Target="/ppt/presentation.xml" Id="R8ff3e18689b54b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10396f3f14408a"/>
  </p:sldMasterIdLst>
  <p:notesMasterIdLst>
    <p:notesMasterId xmlns:r="http://schemas.openxmlformats.org/officeDocument/2006/relationships" r:id="R104a07ef304c4e0d"/>
  </p:notesMasterIdLst>
  <p:sldIdLst>
    <p:sldId xmlns:r="http://schemas.openxmlformats.org/officeDocument/2006/relationships" id="256" r:id="R5861d492abbb4552"/>
    <p:sldId xmlns:r="http://schemas.openxmlformats.org/officeDocument/2006/relationships" id="257" r:id="R646dd8594c26412a"/>
    <p:sldId xmlns:r="http://schemas.openxmlformats.org/officeDocument/2006/relationships" id="258" r:id="R686810a9c90e4afc"/>
    <p:sldId xmlns:r="http://schemas.openxmlformats.org/officeDocument/2006/relationships" id="259" r:id="R29932a6957ca4b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15f03eb99c4ea9" /><Relationship Type="http://schemas.openxmlformats.org/officeDocument/2006/relationships/slideMaster" Target="/ppt/slideMasters/slideMaster1.xml" Id="Rcf10396f3f14408a" /><Relationship Type="http://schemas.openxmlformats.org/officeDocument/2006/relationships/notesMaster" Target="/ppt/notesMasters/notesMaster1.xml" Id="R104a07ef304c4e0d" /><Relationship Type="http://schemas.openxmlformats.org/officeDocument/2006/relationships/presProps" Target="/ppt/presProps.xml" Id="R4f859b84dbc04b91" /><Relationship Type="http://schemas.openxmlformats.org/officeDocument/2006/relationships/viewProps" Target="/ppt/viewProps.xml" Id="R0d9a7db9ea824902" /><Relationship Type="http://schemas.openxmlformats.org/officeDocument/2006/relationships/tableStyles" Target="/ppt/tableStyles.xml" Id="R82e9e33979904192" /><Relationship Type="http://schemas.openxmlformats.org/officeDocument/2006/relationships/slide" Target="/ppt/slides/slide1.xml" Id="R5861d492abbb4552" /><Relationship Type="http://schemas.openxmlformats.org/officeDocument/2006/relationships/slide" Target="/ppt/slides/slide2.xml" Id="R646dd8594c26412a" /><Relationship Type="http://schemas.openxmlformats.org/officeDocument/2006/relationships/slide" Target="/ppt/slides/slide3.xml" Id="R686810a9c90e4afc" /><Relationship Type="http://schemas.openxmlformats.org/officeDocument/2006/relationships/slide" Target="/ppt/slides/slide4.xml" Id="R29932a6957ca4b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2dac4e83da4d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972ae228ad479c" /><Relationship Type="http://schemas.openxmlformats.org/officeDocument/2006/relationships/notesMaster" Target="/ppt/notesMasters/notesMaster1.xml" Id="Rd9e4f32afb1442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667957155f4154" /><Relationship Type="http://schemas.openxmlformats.org/officeDocument/2006/relationships/notesMaster" Target="/ppt/notesMasters/notesMaster1.xml" Id="Rf9d279b5868241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3629d539444065" /><Relationship Type="http://schemas.openxmlformats.org/officeDocument/2006/relationships/notesMaster" Target="/ppt/notesMasters/notesMaster1.xml" Id="R740c1ca952db46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2c0e80ba3e4db8" /><Relationship Type="http://schemas.openxmlformats.org/officeDocument/2006/relationships/notesMaster" Target="/ppt/notesMasters/notesMaster1.xml" Id="R159d1a4df1d248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0d73563a74c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0b7c1120b47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63938f59c4a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69a505b954d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bfcfd4a064e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136f875e141a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ad822cc9441f1" /><Relationship Type="http://schemas.openxmlformats.org/officeDocument/2006/relationships/image" Target="/ppt/media/image.emf" Id="Rf5ae09cde0404f6e" /><Relationship Type="http://schemas.openxmlformats.org/officeDocument/2006/relationships/image" Target="/ppt/media/image2.emf" Id="Ra33e0d24a0504dc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9ca3ce4ee4bd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c20de94cc4b5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A2B0C6-1239-437D-B488-6AC5910F571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BF2E5AA-27FC-404F-9387-31EC776ACC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4E02D1-7B18-48DD-A308-11F5B0E133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2199839-60F9-466C-9558-C4BE1E1E222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0D8E31-EB3A-4ADF-A173-BDE3A5DA30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7C930D3-74F2-4A9E-95B3-3E5E719830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4F5A22-D0EA-494A-820B-EF38C7952E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3D37AA4-532B-473D-9F06-C4503B4D49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598C154-8A05-4A20-8CEE-758940A72D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B44521-B3D0-4CA8-A2FE-556FB81BFE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28C33A-5EC3-45DB-9153-4E474C1451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1CE374B-372F-4FBB-B46C-64084C9BF0F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6440B3B-2F6B-41EF-82FC-C96A18A30FA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E5DF7E3-0CD0-4218-9D32-6E458ED62E1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19D848-686C-4325-8B65-50DF804C6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7E7E59-839A-44CF-8C59-7A42DAE3E9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A2CAA96-D447-4576-9345-96CB81B923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976D7F0-2CBA-45A5-8BA8-B5E8E5FBBA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7224721-C591-4406-8F6D-B6BF8A75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BAD706CD-7D1A-4749-8E3F-44BE0CF0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e09cde040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e0d24a0504d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56E5CAD-9408-4C8A-B6D0-FA0F99CF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823D0138-906F-4588-B363-EB3C3FE5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e09cde040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e0d24a0504d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51AD8E-FCDE-4525-B472-B3C82A850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D05942B-56C0-4591-BD25-6A67FA3CC19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CCA01D-D764-4432-8EC0-E9CFC20A35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15f968ab9a8a41fe" /><Relationship Type="http://schemas.openxmlformats.org/officeDocument/2006/relationships/image" Target="/ppt/media/image2.emf" Id="Rd1e27aea4a854ce0" /><Relationship Type="http://schemas.openxmlformats.org/officeDocument/2006/relationships/theme" Target="/ppt/slideMasters/theme/theme2.xml" Id="R14e99301604943ad" /><Relationship Type="http://schemas.openxmlformats.org/officeDocument/2006/relationships/slideLayout" Target="/ppt/slideLayouts/slideLayout1.xml" Id="Rfc8a008e388c4459" /><Relationship Type="http://schemas.openxmlformats.org/officeDocument/2006/relationships/slideLayout" Target="/ppt/slideLayouts/slideLayout2.xml" Id="R2428f88453d04541" /><Relationship Type="http://schemas.openxmlformats.org/officeDocument/2006/relationships/slideLayout" Target="/ppt/slideLayouts/slideLayout3.xml" Id="Rac16deaf6f854905" /><Relationship Type="http://schemas.openxmlformats.org/officeDocument/2006/relationships/slideLayout" Target="/ppt/slideLayouts/slideLayout4.xml" Id="R694f1627abe9459c" /><Relationship Type="http://schemas.openxmlformats.org/officeDocument/2006/relationships/slideLayout" Target="/ppt/slideLayouts/slideLayout5.xml" Id="R483105d6819641ef" /><Relationship Type="http://schemas.openxmlformats.org/officeDocument/2006/relationships/slideLayout" Target="/ppt/slideLayouts/slideLayout6.xml" Id="R2410379bb03f413e" /><Relationship Type="http://schemas.openxmlformats.org/officeDocument/2006/relationships/slideLayout" Target="/ppt/slideLayouts/slideLayout7.xml" Id="R7c45599339214249" /><Relationship Type="http://schemas.openxmlformats.org/officeDocument/2006/relationships/slideLayout" Target="/ppt/slideLayouts/slideLayout8.xml" Id="R7080ab4b810e4247" /><Relationship Type="http://schemas.openxmlformats.org/officeDocument/2006/relationships/slideLayout" Target="/ppt/slideLayouts/slideLayout9.xml" Id="Re82dc091a0764774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C662A7B-3587-4437-8E95-94E1DA869F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F44884C-1E95-42BF-984E-12428ADA6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070B951-9D20-4977-BF2E-442A795F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3CBF0981-C150-4845-BF14-91C5560B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968ab9a8a41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27aea4a854c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DFF49C7-DA2A-4A63-BA60-F3EBC944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8046BE13-C3A2-4D81-AF5D-F8326BC8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968ab9a8a41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27aea4a854c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a008e388c4459"/>
    <p:sldLayoutId xmlns:r="http://schemas.openxmlformats.org/officeDocument/2006/relationships" id="2147483650" r:id="R2428f88453d04541"/>
    <p:sldLayoutId xmlns:r="http://schemas.openxmlformats.org/officeDocument/2006/relationships" id="2147483651" r:id="Rac16deaf6f854905"/>
    <p:sldLayoutId xmlns:r="http://schemas.openxmlformats.org/officeDocument/2006/relationships" id="2147483652" r:id="R694f1627abe9459c"/>
    <p:sldLayoutId xmlns:r="http://schemas.openxmlformats.org/officeDocument/2006/relationships" id="2147483653" r:id="R483105d6819641ef"/>
    <p:sldLayoutId xmlns:r="http://schemas.openxmlformats.org/officeDocument/2006/relationships" id="2147483654" r:id="R2410379bb03f413e"/>
    <p:sldLayoutId xmlns:r="http://schemas.openxmlformats.org/officeDocument/2006/relationships" id="2147483655" r:id="R7c45599339214249"/>
    <p:sldLayoutId xmlns:r="http://schemas.openxmlformats.org/officeDocument/2006/relationships" id="2147483656" r:id="R7080ab4b810e4247"/>
    <p:sldLayoutId xmlns:r="http://schemas.openxmlformats.org/officeDocument/2006/relationships" id="2147483657" r:id="Re82dc091a0764774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4a1d897c843ed" /><Relationship Type="http://schemas.openxmlformats.org/officeDocument/2006/relationships/notesSlide" Target="/ppt/notesSlides/notesSlide1.xml" Id="R2420cd79804146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5461992ad64b51" /><Relationship Type="http://schemas.openxmlformats.org/officeDocument/2006/relationships/image" Target="/ppt/media/image.emf" Id="R9ce903a1d7ca4f93" /><Relationship Type="http://schemas.openxmlformats.org/officeDocument/2006/relationships/image" Target="/ppt/media/image2.emf" Id="R8dc20830e38b409a" /><Relationship Type="http://schemas.openxmlformats.org/officeDocument/2006/relationships/notesSlide" Target="/ppt/notesSlides/notesSlide2.xml" Id="Rce3ca6839ab74e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3cb782b35e42cf" /><Relationship Type="http://schemas.openxmlformats.org/officeDocument/2006/relationships/image" Target="/ppt/media/image.emf" Id="R08bd64e5bd1642e6" /><Relationship Type="http://schemas.openxmlformats.org/officeDocument/2006/relationships/image" Target="/ppt/media/image2.emf" Id="Rb350475540a14c8c" /><Relationship Type="http://schemas.openxmlformats.org/officeDocument/2006/relationships/notesSlide" Target="/ppt/notesSlides/notesSlide3.xml" Id="R1a30ff02a43f4b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f1f8fa04b7485b" /><Relationship Type="http://schemas.openxmlformats.org/officeDocument/2006/relationships/image" Target="/ppt/media/image.emf" Id="R0c8ccf8ff88b4c6f" /><Relationship Type="http://schemas.openxmlformats.org/officeDocument/2006/relationships/image" Target="/ppt/media/image2.emf" Id="Rb7c442b3df334916" /><Relationship Type="http://schemas.openxmlformats.org/officeDocument/2006/relationships/notesSlide" Target="/ppt/notesSlides/notesSlide4.xml" Id="R91c91268afc247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13 Assignment: Git Conflict Resolution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Log + guide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FF24C87-BDC6-477D-BF72-0C5920CC5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E5E4057-C220-4D5A-B233-6B9EF6C2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514EFA7-342F-460E-9EAC-7B4B6E9E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Mastering merge conflicts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8CA64A7-04E1-4DCD-B4F6-A5CE9A14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Artificially create or be assigned a merge conflict between two branches.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Tasks: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1. Create two branches with conflicting changes to the same file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2. Attempt to merge (conflict expected!)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3. Resolve the conflict using command line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4. Use AI to suggest a clean commit message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5. Document ALL resolution steps in a log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6. Write a short 'Conflict Resolution Guide' for junior developers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7. Include the final clean commit hash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4BC351-095F-4786-B87F-47C8227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070B84E5-3D1A-40B8-9E65-D89FA23C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903a1d7ca4f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20830e38b40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FF24C87-BDC6-477D-BF72-0C5920CC5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E5E4057-C220-4D5A-B233-6B9EF6C2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514EFA7-342F-460E-9EAC-7B4B6E9E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8CA64A7-04E1-4DCD-B4F6-A5CE9A14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Shell history log or video snippet showing the conflict resolution process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'Conflict Resolution Guide' (Markdown) written for junior developers: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What is a merge conflict?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Step-by-step resolution process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Tips to avoid conflicts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The final commit hash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Use git rebase -i to squash 3 commits into 1 and document the process.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4BC351-095F-4786-B87F-47C8227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070B84E5-3D1A-40B8-9E65-D89FA23C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d64e5bd1642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0475540a14c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FF24C87-BDC6-477D-BF72-0C5920CC5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E5E4057-C220-4D5A-B233-6B9EF6C2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514EFA7-342F-460E-9EAC-7B4B6E9E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8CA64A7-04E1-4DCD-B4F6-A5CE9A14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Merge conflict created correctly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Conflict resolved successfully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Documentation of resolution steps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Conflict Resolution Guide written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 submission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4BC351-095F-4786-B87F-47C8227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070B84E5-3D1A-40B8-9E65-D89FA23C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ccf8ff88b4c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442b3df334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2026-07-14T12:47:03.3800000Z</dcterms:created>
  <dcterms:modified xsi:type="dcterms:W3CDTF">2026-07-14T12:47:03.3800000Z</dcterms:modified>
</coreProperties>
</file>