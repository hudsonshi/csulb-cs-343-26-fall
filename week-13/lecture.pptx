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edb49e5e404571" /><Relationship Type="http://schemas.openxmlformats.org/officeDocument/2006/relationships/extended-properties" Target="/docProps/app.xml" Id="Rf3ab7c7d9b4548c6" /><Relationship Type="http://schemas.openxmlformats.org/officeDocument/2006/relationships/officeDocument" Target="/ppt/presentation.xml" Id="Radb4ce1f2bf34e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f1700a5b464dbb"/>
  </p:sldMasterIdLst>
  <p:notesMasterIdLst>
    <p:notesMasterId xmlns:r="http://schemas.openxmlformats.org/officeDocument/2006/relationships" r:id="R52c2150bb66d41f7"/>
  </p:notesMasterIdLst>
  <p:sldIdLst>
    <p:sldId xmlns:r="http://schemas.openxmlformats.org/officeDocument/2006/relationships" id="256" r:id="Ra96f493afe454e08"/>
    <p:sldId xmlns:r="http://schemas.openxmlformats.org/officeDocument/2006/relationships" id="257" r:id="Rd4f69edecdab445c"/>
    <p:sldId xmlns:r="http://schemas.openxmlformats.org/officeDocument/2006/relationships" id="258" r:id="Rce7eeb56cd344540"/>
    <p:sldId xmlns:r="http://schemas.openxmlformats.org/officeDocument/2006/relationships" id="259" r:id="Rd3c7e297a58047dc"/>
    <p:sldId xmlns:r="http://schemas.openxmlformats.org/officeDocument/2006/relationships" id="260" r:id="R7e43caec29d2469c"/>
    <p:sldId xmlns:r="http://schemas.openxmlformats.org/officeDocument/2006/relationships" id="261" r:id="Rf1c543936bbb406c"/>
    <p:sldId xmlns:r="http://schemas.openxmlformats.org/officeDocument/2006/relationships" id="262" r:id="Rdfb1941ff6024f83"/>
    <p:sldId xmlns:r="http://schemas.openxmlformats.org/officeDocument/2006/relationships" id="263" r:id="Re3a1af4fdd9d4423"/>
    <p:sldId xmlns:r="http://schemas.openxmlformats.org/officeDocument/2006/relationships" id="264" r:id="R281a2a32a1ae40fc"/>
    <p:sldId xmlns:r="http://schemas.openxmlformats.org/officeDocument/2006/relationships" id="265" r:id="Rf4b8bac8ea9048c5"/>
    <p:sldId xmlns:r="http://schemas.openxmlformats.org/officeDocument/2006/relationships" id="266" r:id="R00564ae2f35f4f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7eea701b1a4830" /><Relationship Type="http://schemas.openxmlformats.org/officeDocument/2006/relationships/slideMaster" Target="/ppt/slideMasters/slideMaster1.xml" Id="R5bf1700a5b464dbb" /><Relationship Type="http://schemas.openxmlformats.org/officeDocument/2006/relationships/notesMaster" Target="/ppt/notesMasters/notesMaster1.xml" Id="R52c2150bb66d41f7" /><Relationship Type="http://schemas.openxmlformats.org/officeDocument/2006/relationships/presProps" Target="/ppt/presProps.xml" Id="Ra7c0dac1b0334d59" /><Relationship Type="http://schemas.openxmlformats.org/officeDocument/2006/relationships/viewProps" Target="/ppt/viewProps.xml" Id="R73b7b9538c754180" /><Relationship Type="http://schemas.openxmlformats.org/officeDocument/2006/relationships/tableStyles" Target="/ppt/tableStyles.xml" Id="Rbf81f221fa9444c6" /><Relationship Type="http://schemas.openxmlformats.org/officeDocument/2006/relationships/slide" Target="/ppt/slides/slide1.xml" Id="Ra96f493afe454e08" /><Relationship Type="http://schemas.openxmlformats.org/officeDocument/2006/relationships/slide" Target="/ppt/slides/slide2.xml" Id="Rd4f69edecdab445c" /><Relationship Type="http://schemas.openxmlformats.org/officeDocument/2006/relationships/slide" Target="/ppt/slides/slide3.xml" Id="Rce7eeb56cd344540" /><Relationship Type="http://schemas.openxmlformats.org/officeDocument/2006/relationships/slide" Target="/ppt/slides/slide4.xml" Id="Rd3c7e297a58047dc" /><Relationship Type="http://schemas.openxmlformats.org/officeDocument/2006/relationships/slide" Target="/ppt/slides/slide5.xml" Id="R7e43caec29d2469c" /><Relationship Type="http://schemas.openxmlformats.org/officeDocument/2006/relationships/slide" Target="/ppt/slides/slide6.xml" Id="Rf1c543936bbb406c" /><Relationship Type="http://schemas.openxmlformats.org/officeDocument/2006/relationships/slide" Target="/ppt/slides/slide7.xml" Id="Rdfb1941ff6024f83" /><Relationship Type="http://schemas.openxmlformats.org/officeDocument/2006/relationships/slide" Target="/ppt/slides/slide8.xml" Id="Re3a1af4fdd9d4423" /><Relationship Type="http://schemas.openxmlformats.org/officeDocument/2006/relationships/slide" Target="/ppt/slides/slide9.xml" Id="R281a2a32a1ae40fc" /><Relationship Type="http://schemas.openxmlformats.org/officeDocument/2006/relationships/slide" Target="/ppt/slides/slide10.xml" Id="Rf4b8bac8ea9048c5" /><Relationship Type="http://schemas.openxmlformats.org/officeDocument/2006/relationships/slide" Target="/ppt/slides/slide11.xml" Id="R00564ae2f35f4f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e08099808241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d41a20a55d4143" /><Relationship Type="http://schemas.openxmlformats.org/officeDocument/2006/relationships/notesMaster" Target="/ppt/notesMasters/notesMaster1.xml" Id="R31427bfb66c543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b628ef39264893" /><Relationship Type="http://schemas.openxmlformats.org/officeDocument/2006/relationships/notesMaster" Target="/ppt/notesMasters/notesMaster1.xml" Id="Re6efc328637642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1cd0641b7946f6" /><Relationship Type="http://schemas.openxmlformats.org/officeDocument/2006/relationships/notesMaster" Target="/ppt/notesMasters/notesMaster1.xml" Id="Re977122ebc604d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48080b43a64d1e" /><Relationship Type="http://schemas.openxmlformats.org/officeDocument/2006/relationships/notesMaster" Target="/ppt/notesMasters/notesMaster1.xml" Id="R53bd0db4211644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59707421554da2" /><Relationship Type="http://schemas.openxmlformats.org/officeDocument/2006/relationships/notesMaster" Target="/ppt/notesMasters/notesMaster1.xml" Id="Rf2658c3b40a448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d979111775448a" /><Relationship Type="http://schemas.openxmlformats.org/officeDocument/2006/relationships/notesMaster" Target="/ppt/notesMasters/notesMaster1.xml" Id="Re77366bb764546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9df8f7f3b843a1" /><Relationship Type="http://schemas.openxmlformats.org/officeDocument/2006/relationships/notesMaster" Target="/ppt/notesMasters/notesMaster1.xml" Id="R58bac851922f47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d7caa33e7b4df2" /><Relationship Type="http://schemas.openxmlformats.org/officeDocument/2006/relationships/notesMaster" Target="/ppt/notesMasters/notesMaster1.xml" Id="R2877f2b4df164f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f807c68ef041c2" /><Relationship Type="http://schemas.openxmlformats.org/officeDocument/2006/relationships/notesMaster" Target="/ppt/notesMasters/notesMaster1.xml" Id="R37bfde5e13ff41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6ff3aae1b74524" /><Relationship Type="http://schemas.openxmlformats.org/officeDocument/2006/relationships/notesMaster" Target="/ppt/notesMasters/notesMaster1.xml" Id="R73c84f628b7447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79aa7333b1414d" /><Relationship Type="http://schemas.openxmlformats.org/officeDocument/2006/relationships/notesMaster" Target="/ppt/notesMasters/notesMaster1.xml" Id="R0f2fe08c23cc47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ba93838b14e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81b5ca9a14b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767835eee44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10c8fe2c74e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96a54197643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eaa7ce9b24ed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0fd3936cb458e" /><Relationship Type="http://schemas.openxmlformats.org/officeDocument/2006/relationships/image" Target="/ppt/media/image.emf" Id="Ra247fb49ce1b4328" /><Relationship Type="http://schemas.openxmlformats.org/officeDocument/2006/relationships/image" Target="/ppt/media/image2.emf" Id="R3545afac662c407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e99b52b874d8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dd82b5e134f4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AB7876-5B24-46A5-A10E-ACF7371DC26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A08BDAF-3AAD-49C2-A6A0-9EB3FDDFC4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24D5E6-7018-4E70-90EC-3BF2F21B73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CB0BF2-4B6C-46C1-94E3-77C8ECE4BF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F4966E-BA76-4492-BC19-E1F89183C8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5862C4-ABCF-4125-BB2B-7B323AA416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E4416C-2C4D-4DCE-8D9E-EB433C9FDF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90E94F-A3A4-46B4-9568-69F574497D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E552A52-AB95-4091-B5DC-DDB37DD140A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D7B63B-D317-4D8A-8213-9AF8705CB3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FB44999-BC65-4E98-BAB3-4BD9916160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CF697CF-CDD2-4DDD-8109-7E2C1E67349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78CBB-68BA-452B-9B95-DA82ABC314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8DCE9C9-8196-4935-8525-38AD078769B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06DBC4-B15C-4269-B21F-31D58BF557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E0F6B-FBCD-4E1D-AA9D-F46F5D953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8FC040A-2512-4D75-B15F-29D83DFA3D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9C4FBA7-FF52-43B5-9CBE-15E07FE2D9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E5CAAA6-B5C5-4297-8DB1-D0308666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06FFEF56-996E-43A3-9A7D-250EC3E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7fb49ce1b4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5afac662c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6A21701-9D03-4EE3-9C81-24FAD987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467A7B4E-0247-427D-BF95-5B823BC0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7fb49ce1b4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5afac662c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740C2C-5D6C-43C1-B02C-0CBD2D4D2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930D0CC-B65E-422F-9862-ABDB2794B8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DE1D5E2-EF41-4919-BF66-1CF4AC3A8A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ab60ba6066914d57" /><Relationship Type="http://schemas.openxmlformats.org/officeDocument/2006/relationships/image" Target="/ppt/media/image2.emf" Id="R494efa498b4a4678" /><Relationship Type="http://schemas.openxmlformats.org/officeDocument/2006/relationships/theme" Target="/ppt/slideMasters/theme/theme2.xml" Id="R679a377a8dbc4d18" /><Relationship Type="http://schemas.openxmlformats.org/officeDocument/2006/relationships/slideLayout" Target="/ppt/slideLayouts/slideLayout1.xml" Id="Racf1a4849c6c48ec" /><Relationship Type="http://schemas.openxmlformats.org/officeDocument/2006/relationships/slideLayout" Target="/ppt/slideLayouts/slideLayout2.xml" Id="R46b1bb06b88b4e5b" /><Relationship Type="http://schemas.openxmlformats.org/officeDocument/2006/relationships/slideLayout" Target="/ppt/slideLayouts/slideLayout3.xml" Id="R74628f272bbc4102" /><Relationship Type="http://schemas.openxmlformats.org/officeDocument/2006/relationships/slideLayout" Target="/ppt/slideLayouts/slideLayout4.xml" Id="R56dd4df9b6a14ba8" /><Relationship Type="http://schemas.openxmlformats.org/officeDocument/2006/relationships/slideLayout" Target="/ppt/slideLayouts/slideLayout5.xml" Id="Rfa09fca4a365404e" /><Relationship Type="http://schemas.openxmlformats.org/officeDocument/2006/relationships/slideLayout" Target="/ppt/slideLayouts/slideLayout6.xml" Id="Rd61309f404e6451b" /><Relationship Type="http://schemas.openxmlformats.org/officeDocument/2006/relationships/slideLayout" Target="/ppt/slideLayouts/slideLayout7.xml" Id="Ra933c6c695c64e5b" /><Relationship Type="http://schemas.openxmlformats.org/officeDocument/2006/relationships/slideLayout" Target="/ppt/slideLayouts/slideLayout8.xml" Id="R9b79a15a16c84028" /><Relationship Type="http://schemas.openxmlformats.org/officeDocument/2006/relationships/slideLayout" Target="/ppt/slideLayouts/slideLayout9.xml" Id="Rbf5ea929ed7f4b0a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7A9CC44-C027-4718-A5B1-6DE522EB06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68640C-C0E1-4500-9143-185FDAF049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CF72EF5-788D-4041-BA03-4C67D46A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39F04518-B6A9-423A-B0F9-1E0241D7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0ba6066914d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efa498b4a46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0EDF92E-F69D-4F29-81BF-AE3A77EC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900E421D-6ED6-4A12-86F4-7D90ACF0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0ba6066914d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efa498b4a46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f1a4849c6c48ec"/>
    <p:sldLayoutId xmlns:r="http://schemas.openxmlformats.org/officeDocument/2006/relationships" id="2147483650" r:id="R46b1bb06b88b4e5b"/>
    <p:sldLayoutId xmlns:r="http://schemas.openxmlformats.org/officeDocument/2006/relationships" id="2147483651" r:id="R74628f272bbc4102"/>
    <p:sldLayoutId xmlns:r="http://schemas.openxmlformats.org/officeDocument/2006/relationships" id="2147483652" r:id="R56dd4df9b6a14ba8"/>
    <p:sldLayoutId xmlns:r="http://schemas.openxmlformats.org/officeDocument/2006/relationships" id="2147483653" r:id="Rfa09fca4a365404e"/>
    <p:sldLayoutId xmlns:r="http://schemas.openxmlformats.org/officeDocument/2006/relationships" id="2147483654" r:id="Rd61309f404e6451b"/>
    <p:sldLayoutId xmlns:r="http://schemas.openxmlformats.org/officeDocument/2006/relationships" id="2147483655" r:id="Ra933c6c695c64e5b"/>
    <p:sldLayoutId xmlns:r="http://schemas.openxmlformats.org/officeDocument/2006/relationships" id="2147483656" r:id="R9b79a15a16c84028"/>
    <p:sldLayoutId xmlns:r="http://schemas.openxmlformats.org/officeDocument/2006/relationships" id="2147483657" r:id="Rbf5ea929ed7f4b0a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d00f219d04869" /><Relationship Type="http://schemas.openxmlformats.org/officeDocument/2006/relationships/notesSlide" Target="/ppt/notesSlides/notesSlide1.xml" Id="R96b649fb197b4c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bff480e0f7400f" /><Relationship Type="http://schemas.openxmlformats.org/officeDocument/2006/relationships/image" Target="/ppt/media/image.emf" Id="R844637ed3c9f4d58" /><Relationship Type="http://schemas.openxmlformats.org/officeDocument/2006/relationships/image" Target="/ppt/media/image2.emf" Id="R399c3c9dc61841d4" /><Relationship Type="http://schemas.openxmlformats.org/officeDocument/2006/relationships/notesSlide" Target="/ppt/notesSlides/notesSlide2.xml" Id="R3496b61387dc42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ae62ec141e425b" /><Relationship Type="http://schemas.openxmlformats.org/officeDocument/2006/relationships/image" Target="/ppt/media/image.emf" Id="R7f875a3794af4147" /><Relationship Type="http://schemas.openxmlformats.org/officeDocument/2006/relationships/image" Target="/ppt/media/image2.emf" Id="R3bfbf774262545f2" /><Relationship Type="http://schemas.openxmlformats.org/officeDocument/2006/relationships/notesSlide" Target="/ppt/notesSlides/notesSlide3.xml" Id="R1aa75fac360246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6e5e2d833c4c97" /><Relationship Type="http://schemas.openxmlformats.org/officeDocument/2006/relationships/image" Target="/ppt/media/image.emf" Id="Rb7c6c1d25f7245c2" /><Relationship Type="http://schemas.openxmlformats.org/officeDocument/2006/relationships/image" Target="/ppt/media/image2.emf" Id="Ra4dc5e097aa24cef" /><Relationship Type="http://schemas.openxmlformats.org/officeDocument/2006/relationships/notesSlide" Target="/ppt/notesSlides/notesSlide4.xml" Id="Rb020dd52616a4a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202ebf01764ec1" /><Relationship Type="http://schemas.openxmlformats.org/officeDocument/2006/relationships/image" Target="/ppt/media/image.emf" Id="Reafa7aa9c5df4136" /><Relationship Type="http://schemas.openxmlformats.org/officeDocument/2006/relationships/image" Target="/ppt/media/image2.emf" Id="R037d60b907c942b7" /><Relationship Type="http://schemas.openxmlformats.org/officeDocument/2006/relationships/notesSlide" Target="/ppt/notesSlides/notesSlide5.xml" Id="R7174f0523b004c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dc236367c54ce8" /><Relationship Type="http://schemas.openxmlformats.org/officeDocument/2006/relationships/image" Target="/ppt/media/image.emf" Id="Rd0dd845851094627" /><Relationship Type="http://schemas.openxmlformats.org/officeDocument/2006/relationships/image" Target="/ppt/media/image2.emf" Id="Rd3c8f54165834e57" /><Relationship Type="http://schemas.openxmlformats.org/officeDocument/2006/relationships/notesSlide" Target="/ppt/notesSlides/notesSlide6.xml" Id="Rd9ee4606631d4a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0f40698f084a16" /><Relationship Type="http://schemas.openxmlformats.org/officeDocument/2006/relationships/image" Target="/ppt/media/image.emf" Id="Rde182c7f7d2c4055" /><Relationship Type="http://schemas.openxmlformats.org/officeDocument/2006/relationships/image" Target="/ppt/media/image2.emf" Id="Rc4fabf9b658543ed" /><Relationship Type="http://schemas.openxmlformats.org/officeDocument/2006/relationships/notesSlide" Target="/ppt/notesSlides/notesSlide7.xml" Id="Rf3c20c553eef4d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76ace3419f462e" /><Relationship Type="http://schemas.openxmlformats.org/officeDocument/2006/relationships/image" Target="/ppt/media/image.emf" Id="R06adfa35d07942d8" /><Relationship Type="http://schemas.openxmlformats.org/officeDocument/2006/relationships/image" Target="/ppt/media/image2.emf" Id="R7c300096eeb546c8" /><Relationship Type="http://schemas.openxmlformats.org/officeDocument/2006/relationships/notesSlide" Target="/ppt/notesSlides/notesSlide8.xml" Id="Radff5f58aa6043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649728d9154a07" /><Relationship Type="http://schemas.openxmlformats.org/officeDocument/2006/relationships/image" Target="/ppt/media/image.emf" Id="R7a4b25c536294141" /><Relationship Type="http://schemas.openxmlformats.org/officeDocument/2006/relationships/image" Target="/ppt/media/image2.emf" Id="R9ff71c4aab9941fb" /><Relationship Type="http://schemas.openxmlformats.org/officeDocument/2006/relationships/notesSlide" Target="/ppt/notesSlides/notesSlide9.xml" Id="R787fe93322d048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b4c3f069f94016" /><Relationship Type="http://schemas.openxmlformats.org/officeDocument/2006/relationships/image" Target="/ppt/media/image.emf" Id="Rb4a7a2c0d32747e0" /><Relationship Type="http://schemas.openxmlformats.org/officeDocument/2006/relationships/image" Target="/ppt/media/image2.emf" Id="R2ddf404a1df74e7c" /><Relationship Type="http://schemas.openxmlformats.org/officeDocument/2006/relationships/notesSlide" Target="/ppt/notesSlides/notesSlide10.xml" Id="R976dcd393aa54b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79ac3cf4014731" /><Relationship Type="http://schemas.openxmlformats.org/officeDocument/2006/relationships/image" Target="/ppt/media/image.emf" Id="Ra4d94dcff5f94b8f" /><Relationship Type="http://schemas.openxmlformats.org/officeDocument/2006/relationships/image" Target="/ppt/media/image2.emf" Id="R8ae91c3b9213413f" /><Relationship Type="http://schemas.openxmlformats.org/officeDocument/2006/relationships/notesSlide" Target="/ppt/notesSlides/notesSlide11.xml" Id="Rfab7cd6d5d8944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13: Configuration Management &amp; Version Control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Git Workflows, Rebasing, Cherry-Picking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8874944-BDBC-4573-A8F3-3CFB298D5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A97411-D9B1-4802-94D8-400891E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5B2229-F5FE-4C9A-8FCF-F886927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2F148C5-B7E4-4F75-A666-2DFCA01F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Master advanced Git workflows (branching, rebasing, cherry-picking)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Manage configuration files (YAML, JSON)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Resolve merge conflicts confidently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AI to generate clean commit messages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Practice conflict resolution in a paired session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D44398-D0F5-4520-90CD-065E0A8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E09A4012-38A0-41DE-BEEB-299A912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637ed3c9f4d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c3c9dc61841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8874944-BDBC-4573-A8F3-3CFB298D5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A97411-D9B1-4802-94D8-400891E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Git Fundamentals Review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5B2229-F5FE-4C9A-8FCF-F886927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Quick refresher on basics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2F148C5-B7E4-4F75-A666-2DFCA01F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status: what's changed?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add &lt;file&gt;: stage changes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commit -m 'msg': save snapshot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log --oneline: see commit history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branch &lt;name&gt;: create a branch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checkout &lt;branch&gt;: switch branches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merge &lt;branch&gt;: combine branches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pull = git fetch + git merge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These basics cover 80% of daily Git work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D44398-D0F5-4520-90CD-065E0A8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E09A4012-38A0-41DE-BEEB-299A912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75a3794af4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bf774262545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8874944-BDBC-4573-A8F3-3CFB298D5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A97411-D9B1-4802-94D8-400891E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Feature Branch Workflow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5B2229-F5FE-4C9A-8FCF-F886927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The most common Git workflow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2F148C5-B7E4-4F75-A666-2DFCA01F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D44398-D0F5-4520-90CD-065E0A8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E09A4012-38A0-41DE-BEEB-299A912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6c1d25f7245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c5e097aa24c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8874944-BDBC-4573-A8F3-3CFB298D5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A97411-D9B1-4802-94D8-400891E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Rebasing vs Merging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5B2229-F5FE-4C9A-8FCF-F886927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Clean history vs merge commits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2F148C5-B7E4-4F75-A666-2DFCA01F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merge: creates a merge commit, preserves full history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rebase: replays commits on top of another branch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git checkout feature &amp;&amp; git rebase main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Result: linear history, cleaner log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When to rebase: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Updating feature branch with latest main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Cleaning up local commits before PR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Golden rule: Never rebase public/shared branches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Interactive rebase: git rebase -i HEAD~3 (squash, reword, reorder)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D44398-D0F5-4520-90CD-065E0A8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E09A4012-38A0-41DE-BEEB-299A912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a7aa9c5df4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d60b907c942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8874944-BDBC-4573-A8F3-3CFB298D5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A97411-D9B1-4802-94D8-400891E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Cherry-Picking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5B2229-F5FE-4C9A-8FCF-F886927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Selectively applying commits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2F148C5-B7E4-4F75-A666-2DFCA01F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cherry-pick &lt;commit-hash&gt;: apply a specific commit to current branch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cases: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Apply a hotfix to multiple release branches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Selectively move commits between branches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Recover a commit that was accidentally in the wrong branch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 git checkout release/v2 &amp;&amp; git cherry-pick abc123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Caution: cherry-picked commits have new hashes (duplicate IDs)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D44398-D0F5-4520-90CD-065E0A8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E09A4012-38A0-41DE-BEEB-299A912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d8458510946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8f54165834e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8874944-BDBC-4573-A8F3-3CFB298D5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A97411-D9B1-4802-94D8-400891E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Merge Conflicts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5B2229-F5FE-4C9A-8FCF-F886927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When Git can't auto-merge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2F148C5-B7E4-4F75-A666-2DFCA01F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93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Conflict happens when two branches modify the same file/line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marks conflict areas: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&lt;&lt;&lt;&lt;&lt;&lt;&lt; HEAD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our changes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=======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their changes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&gt;&gt;&gt;&gt;&gt;&gt;&gt; feature-branch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Resolution steps: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Open the conflicted file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Decide which version to keep (or combine)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Remove conflict markers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git add &lt;file&gt;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5. git commit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Tool: git mergetool (opens visual diff tool)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D44398-D0F5-4520-90CD-065E0A8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E09A4012-38A0-41DE-BEEB-299A912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82c7f7d2c40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abf9b658543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8874944-BDBC-4573-A8F3-3CFB298D5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A97411-D9B1-4802-94D8-400891E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Configuration Files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5B2229-F5FE-4C9A-8FCF-F886927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YAML, JSON, and properties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2F148C5-B7E4-4F75-A666-2DFCA01F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YAML: human-readable, uses indentation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Great for: CI/CD configs (.github/workflows), Docker Compose, Kubernetes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Key: indentation matters (2 spaces)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JSON: universally supported, less readable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Great for: API requests/responses, config with complex nesting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Properties (KEY=VALUE): simple, flat configs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.env files for environment variables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Best practice: keep config out of code (12-factor app)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D44398-D0F5-4520-90CD-065E0A8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E09A4012-38A0-41DE-BEEB-299A912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dfa35d07942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00096eeb546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8874944-BDBC-4573-A8F3-3CFB298D5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A97411-D9B1-4802-94D8-400891E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Commit Messages &amp; Conflict Help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5B2229-F5FE-4C9A-8FCF-F886927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AI-powered Git assistance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2F148C5-B7E4-4F75-A666-2DFCA01F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Generate a commit message for these changes: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[paste git diff]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writes clear, conventional commit messages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Help me resolve this merge conflict: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[paste conflict]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suggests resolution strategies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What's the best Git workflow for a team of 5 working on 2 features?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explains feature branch vs GitFlow options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is great for Git questions! Most answers are well-documented online.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D44398-D0F5-4520-90CD-065E0A8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E09A4012-38A0-41DE-BEEB-299A912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b25c536294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71c4aab9941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8874944-BDBC-4573-A8F3-3CFB298D5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A97411-D9B1-4802-94D8-400891E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Conflict Resolution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5B2229-F5FE-4C9A-8FCF-F886927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Pairing through a merge conflict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2F148C5-B7E4-4F75-A666-2DFCA01F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In pairs, create an artificial merge conflict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Both start from same commit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Person A modifies line 10 of a file, commits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Person B modifies the SAME line 10, commits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Try to merge -&gt; conflict!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5. Resolve together (call on/toss/combine approaches)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Debrief: How did you decide whose code to keep? When do you compromise?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Lesson: Merge conflicts are technical problems with human solutions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D44398-D0F5-4520-90CD-065E0A8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E09A4012-38A0-41DE-BEEB-299A912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7a2c0d32747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f404a1df74e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8874944-BDBC-4573-A8F3-3CFB298D5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A97411-D9B1-4802-94D8-400891E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5B2229-F5FE-4C9A-8FCF-F886927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13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2F148C5-B7E4-4F75-A666-2DFCA01F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Feature branch workflow: standard for team collaboration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Rebase for clean history, merge for preserving context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Cherry-pick for selective commit application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Merge conflicts are normal; resolve with communication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YAML/JSON/properties for configuration management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helps with commit messages and conflict resolution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Dependency Management &amp; Security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Git conflict resolution log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D44398-D0F5-4520-90CD-065E0A8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E09A4012-38A0-41DE-BEEB-299A912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94dcff5f94b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91c3b921341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2026-07-14T12:47:03.1290000Z</dcterms:created>
  <dcterms:modified xsi:type="dcterms:W3CDTF">2026-07-14T12:47:03.1290000Z</dcterms:modified>
</coreProperties>
</file>