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daf62ca334a77" /><Relationship Type="http://schemas.openxmlformats.org/officeDocument/2006/relationships/extended-properties" Target="/docProps/app.xml" Id="R9d130c4e08a549b0" /><Relationship Type="http://schemas.openxmlformats.org/officeDocument/2006/relationships/officeDocument" Target="/ppt/presentation.xml" Id="R84b65c107f8149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98df6344246e9"/>
  </p:sldMasterIdLst>
  <p:notesMasterIdLst>
    <p:notesMasterId xmlns:r="http://schemas.openxmlformats.org/officeDocument/2006/relationships" r:id="R18b2903f33ef4de0"/>
  </p:notesMasterIdLst>
  <p:sldIdLst>
    <p:sldId xmlns:r="http://schemas.openxmlformats.org/officeDocument/2006/relationships" id="256" r:id="R3e05848cde82480b"/>
    <p:sldId xmlns:r="http://schemas.openxmlformats.org/officeDocument/2006/relationships" id="257" r:id="R0f9d13667526440f"/>
    <p:sldId xmlns:r="http://schemas.openxmlformats.org/officeDocument/2006/relationships" id="258" r:id="R828570912fe3483f"/>
    <p:sldId xmlns:r="http://schemas.openxmlformats.org/officeDocument/2006/relationships" id="259" r:id="R6649948189914e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1e0eacadd44503" /><Relationship Type="http://schemas.openxmlformats.org/officeDocument/2006/relationships/slideMaster" Target="/ppt/slideMasters/slideMaster1.xml" Id="R00e98df6344246e9" /><Relationship Type="http://schemas.openxmlformats.org/officeDocument/2006/relationships/notesMaster" Target="/ppt/notesMasters/notesMaster1.xml" Id="R18b2903f33ef4de0" /><Relationship Type="http://schemas.openxmlformats.org/officeDocument/2006/relationships/presProps" Target="/ppt/presProps.xml" Id="R038aa8da3a514319" /><Relationship Type="http://schemas.openxmlformats.org/officeDocument/2006/relationships/viewProps" Target="/ppt/viewProps.xml" Id="Rf0f22fd0dfc9451b" /><Relationship Type="http://schemas.openxmlformats.org/officeDocument/2006/relationships/tableStyles" Target="/ppt/tableStyles.xml" Id="R548091469b664776" /><Relationship Type="http://schemas.openxmlformats.org/officeDocument/2006/relationships/slide" Target="/ppt/slides/slide1.xml" Id="R3e05848cde82480b" /><Relationship Type="http://schemas.openxmlformats.org/officeDocument/2006/relationships/slide" Target="/ppt/slides/slide2.xml" Id="R0f9d13667526440f" /><Relationship Type="http://schemas.openxmlformats.org/officeDocument/2006/relationships/slide" Target="/ppt/slides/slide3.xml" Id="R828570912fe3483f" /><Relationship Type="http://schemas.openxmlformats.org/officeDocument/2006/relationships/slide" Target="/ppt/slides/slide4.xml" Id="R6649948189914e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da28709c1a40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4298218d348e5" /><Relationship Type="http://schemas.openxmlformats.org/officeDocument/2006/relationships/notesMaster" Target="/ppt/notesMasters/notesMaster1.xml" Id="R88889b030e964b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33c548b4934ad5" /><Relationship Type="http://schemas.openxmlformats.org/officeDocument/2006/relationships/notesMaster" Target="/ppt/notesMasters/notesMaster1.xml" Id="R5035fae09a9741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716a65516a4b27" /><Relationship Type="http://schemas.openxmlformats.org/officeDocument/2006/relationships/notesMaster" Target="/ppt/notesMasters/notesMaster1.xml" Id="Rd547d3787a6d46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fb3eb3cd3241b0" /><Relationship Type="http://schemas.openxmlformats.org/officeDocument/2006/relationships/notesMaster" Target="/ppt/notesMasters/notesMaster1.xml" Id="R27b1f544869c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4f83d19dc45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3130cd60245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52a4d35ef49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f6e607fe64a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d6988a83d43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edb4896de4d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4f808a5174ed3" /><Relationship Type="http://schemas.openxmlformats.org/officeDocument/2006/relationships/image" Target="/ppt/media/image.emf" Id="Rc6244683caed4297" /><Relationship Type="http://schemas.openxmlformats.org/officeDocument/2006/relationships/image" Target="/ppt/media/image2.emf" Id="Rcb5ed9f418364d6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8488fc9b8436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1ddc8d70d47b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D83BC-EE53-42E7-877D-E49BA5E2915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D347D4D-D471-4C0B-A2DA-E57DF4492D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BBB320-33A5-446D-8112-A448BCA28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E974EF-18BB-4966-9D32-2B4715253C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FB7F5D-C40F-43AF-B287-05A9E4F48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14AE98-27B0-4C3C-80EC-6F877A96B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0BA0E8-CF75-4100-B806-DC8476CD8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E960EC-EA80-4E48-81F0-7C84C68C433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3A1ABE-FEBA-4F60-BF68-C494C27236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4F23D7-2FA8-4422-8C1B-8C52931D3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5E7B1E-6DB5-437E-8911-91F4E1FF59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3811D79-BF9F-4AAE-AD6E-7DE17A5059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5BD899-9FED-4254-9733-666CC27EA9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15C08C-4507-4F65-A7EB-3DC8FEF3C6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8348DD-D720-4D2B-AF75-142AA39832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040226-2C28-4A9D-8DC0-D026E865C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234376-B55C-4EA2-AFE1-E295D67C2D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7008970-11EF-42A5-81F6-B37C906376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D1FB4C-080B-4FB5-A169-8034E389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4BFAEEA2-CAF0-4DA0-9FCC-61005BE3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44683caed4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ed9f41836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7992850-EAAB-4720-ABBA-51052D99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8407FAD3-3340-4396-A3DC-A73A3026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44683caed4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ed9f41836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4ACD92-1A9A-42F9-841F-8BF92D129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60642C1-C672-4067-9E7B-D22B6B96361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7004F8-C4A3-4E74-86F4-21662016D2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35389919dff94897" /><Relationship Type="http://schemas.openxmlformats.org/officeDocument/2006/relationships/image" Target="/ppt/media/image2.emf" Id="R2e9db44087f549a0" /><Relationship Type="http://schemas.openxmlformats.org/officeDocument/2006/relationships/theme" Target="/ppt/slideMasters/theme/theme2.xml" Id="R0baeb515021d4beb" /><Relationship Type="http://schemas.openxmlformats.org/officeDocument/2006/relationships/slideLayout" Target="/ppt/slideLayouts/slideLayout1.xml" Id="R4bab7850ad6b47a5" /><Relationship Type="http://schemas.openxmlformats.org/officeDocument/2006/relationships/slideLayout" Target="/ppt/slideLayouts/slideLayout2.xml" Id="R5bbb108688b24ebe" /><Relationship Type="http://schemas.openxmlformats.org/officeDocument/2006/relationships/slideLayout" Target="/ppt/slideLayouts/slideLayout3.xml" Id="Rb345982a28514b7d" /><Relationship Type="http://schemas.openxmlformats.org/officeDocument/2006/relationships/slideLayout" Target="/ppt/slideLayouts/slideLayout4.xml" Id="R074fb3ea11da4382" /><Relationship Type="http://schemas.openxmlformats.org/officeDocument/2006/relationships/slideLayout" Target="/ppt/slideLayouts/slideLayout5.xml" Id="Rf5c28718aee7470e" /><Relationship Type="http://schemas.openxmlformats.org/officeDocument/2006/relationships/slideLayout" Target="/ppt/slideLayouts/slideLayout6.xml" Id="Rd1d2d18a53db4da5" /><Relationship Type="http://schemas.openxmlformats.org/officeDocument/2006/relationships/slideLayout" Target="/ppt/slideLayouts/slideLayout7.xml" Id="R2924bcb9af984d3c" /><Relationship Type="http://schemas.openxmlformats.org/officeDocument/2006/relationships/slideLayout" Target="/ppt/slideLayouts/slideLayout8.xml" Id="R7de6cf26dae84d2c" /><Relationship Type="http://schemas.openxmlformats.org/officeDocument/2006/relationships/slideLayout" Target="/ppt/slideLayouts/slideLayout9.xml" Id="R3545e4b0f7384068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F3970E2-F442-43F1-866C-5B30FE254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1B9521-29CA-41D1-81DF-3F4BC7FE18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8D211EF-A0AE-4412-9029-8FBEE468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6F4D8A7B-CF40-4412-B8F7-75C41AC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89919dff9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db44087f549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BC92C14-3DDA-4583-AA42-EBB18E60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817F6C75-5141-4C2C-AE24-46585287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89919dff9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db44087f549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ab7850ad6b47a5"/>
    <p:sldLayoutId xmlns:r="http://schemas.openxmlformats.org/officeDocument/2006/relationships" id="2147483650" r:id="R5bbb108688b24ebe"/>
    <p:sldLayoutId xmlns:r="http://schemas.openxmlformats.org/officeDocument/2006/relationships" id="2147483651" r:id="Rb345982a28514b7d"/>
    <p:sldLayoutId xmlns:r="http://schemas.openxmlformats.org/officeDocument/2006/relationships" id="2147483652" r:id="R074fb3ea11da4382"/>
    <p:sldLayoutId xmlns:r="http://schemas.openxmlformats.org/officeDocument/2006/relationships" id="2147483653" r:id="Rf5c28718aee7470e"/>
    <p:sldLayoutId xmlns:r="http://schemas.openxmlformats.org/officeDocument/2006/relationships" id="2147483654" r:id="Rd1d2d18a53db4da5"/>
    <p:sldLayoutId xmlns:r="http://schemas.openxmlformats.org/officeDocument/2006/relationships" id="2147483655" r:id="R2924bcb9af984d3c"/>
    <p:sldLayoutId xmlns:r="http://schemas.openxmlformats.org/officeDocument/2006/relationships" id="2147483656" r:id="R7de6cf26dae84d2c"/>
    <p:sldLayoutId xmlns:r="http://schemas.openxmlformats.org/officeDocument/2006/relationships" id="2147483657" r:id="R3545e4b0f7384068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72d056d34fd2" /><Relationship Type="http://schemas.openxmlformats.org/officeDocument/2006/relationships/notesSlide" Target="/ppt/notesSlides/notesSlide1.xml" Id="R92de3f8865564d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8ca709c57f45c4" /><Relationship Type="http://schemas.openxmlformats.org/officeDocument/2006/relationships/image" Target="/ppt/media/image.emf" Id="Re0be1407027a4179" /><Relationship Type="http://schemas.openxmlformats.org/officeDocument/2006/relationships/image" Target="/ppt/media/image2.emf" Id="Rc6d57ad6c35140a7" /><Relationship Type="http://schemas.openxmlformats.org/officeDocument/2006/relationships/notesSlide" Target="/ppt/notesSlides/notesSlide2.xml" Id="Rf304770dbd74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f0fdbfa31846a3" /><Relationship Type="http://schemas.openxmlformats.org/officeDocument/2006/relationships/image" Target="/ppt/media/image.emf" Id="R1bb6fd122fce4a78" /><Relationship Type="http://schemas.openxmlformats.org/officeDocument/2006/relationships/image" Target="/ppt/media/image2.emf" Id="Ree87cf20ab744fcc" /><Relationship Type="http://schemas.openxmlformats.org/officeDocument/2006/relationships/notesSlide" Target="/ppt/notesSlides/notesSlide3.xml" Id="R41038286cd0347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6885bb5cb14638" /><Relationship Type="http://schemas.openxmlformats.org/officeDocument/2006/relationships/image" Target="/ppt/media/image.emf" Id="R2d005ced5ab5481d" /><Relationship Type="http://schemas.openxmlformats.org/officeDocument/2006/relationships/image" Target="/ppt/media/image2.emf" Id="R66c116a7453a43ed" /><Relationship Type="http://schemas.openxmlformats.org/officeDocument/2006/relationships/notesSlide" Target="/ppt/notesSlides/notesSlide4.xml" Id="Ra98dc3937eb840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6 Assignment: Reusable UI Component Library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Create a GitHub repo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F362BC-7891-4288-89B1-DFA0A2E70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70E3EB-93F1-4B1B-820F-1785B51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C59B5EB-0FEC-4DE5-88C4-DCB2461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Build your own mini design system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BD2C098-CAD4-4C8D-ACB9-1BCAA70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Build a small set of reusable UI components using Vue.js or React: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Button (primary, secondary, disabled states)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Input field (with label, error state)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Card (with title, content, image slot)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Modal (with open/close animation, overlay)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 AI to generate initial templates and CSS suggestions.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Make components responsive (mobile + desktop).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83E1A5B-2D79-4BD9-B598-C5AE543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AF745A4E-4F8D-45C3-9C51-B25B665E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e1407027a4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57ad6c35140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F362BC-7891-4288-89B1-DFA0A2E70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70E3EB-93F1-4B1B-820F-1785B51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C59B5EB-0FEC-4DE5-88C4-DCB2461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BD2C098-CAD4-4C8D-ACB9-1BCAA70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Create a GitHub repo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Component code (Button.jsx, Input.jsx, Card.jsx, Modal.jsx)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 demo page showing all components in action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 brief style guide as a PDF or Markdown (2 pages):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Color palette, typography, spacing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Component usage examples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README.md with setup instructions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dark mode support using CSS variables.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83E1A5B-2D79-4BD9-B598-C5AE543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AF745A4E-4F8D-45C3-9C51-B25B665E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6fd122fce4a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7cf20ab744f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F362BC-7891-4288-89B1-DFA0A2E70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70E3EB-93F1-4B1B-820F-1785B51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C59B5EB-0FEC-4DE5-88C4-DCB2461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BD2C098-CAD4-4C8D-ACB9-1BCAA70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4 working components with proper props (4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Components are responsive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Demo page shows all components (1 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Style guide documentation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83E1A5B-2D79-4BD9-B598-C5AE543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AF745A4E-4F8D-45C3-9C51-B25B665E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05ced5ab548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116a7453a43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2026-07-14T12:46:59.0200000Z</dcterms:created>
  <dcterms:modified xsi:type="dcterms:W3CDTF">2026-07-14T12:46:59.0200000Z</dcterms:modified>
</coreProperties>
</file>