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7024b500ae4994" /><Relationship Type="http://schemas.openxmlformats.org/officeDocument/2006/relationships/extended-properties" Target="/docProps/app.xml" Id="R9b3b27e47e564782" /><Relationship Type="http://schemas.openxmlformats.org/officeDocument/2006/relationships/officeDocument" Target="/ppt/presentation.xml" Id="Rdf49f8980dc44e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4ef34b68334d01"/>
  </p:sldMasterIdLst>
  <p:notesMasterIdLst>
    <p:notesMasterId xmlns:r="http://schemas.openxmlformats.org/officeDocument/2006/relationships" r:id="Rb283237d037c47b7"/>
  </p:notesMasterIdLst>
  <p:sldIdLst>
    <p:sldId xmlns:r="http://schemas.openxmlformats.org/officeDocument/2006/relationships" id="256" r:id="Rccf12952d8684b18"/>
    <p:sldId xmlns:r="http://schemas.openxmlformats.org/officeDocument/2006/relationships" id="257" r:id="R94d3ced274a64cd8"/>
    <p:sldId xmlns:r="http://schemas.openxmlformats.org/officeDocument/2006/relationships" id="258" r:id="R148284d2064743e6"/>
    <p:sldId xmlns:r="http://schemas.openxmlformats.org/officeDocument/2006/relationships" id="259" r:id="R5bf49f002916440a"/>
    <p:sldId xmlns:r="http://schemas.openxmlformats.org/officeDocument/2006/relationships" id="260" r:id="Rf1bfe720be754105"/>
    <p:sldId xmlns:r="http://schemas.openxmlformats.org/officeDocument/2006/relationships" id="261" r:id="R9709e88117784a4b"/>
    <p:sldId xmlns:r="http://schemas.openxmlformats.org/officeDocument/2006/relationships" id="262" r:id="Ra5271ebb0b084676"/>
    <p:sldId xmlns:r="http://schemas.openxmlformats.org/officeDocument/2006/relationships" id="263" r:id="R4f216778d9514433"/>
    <p:sldId xmlns:r="http://schemas.openxmlformats.org/officeDocument/2006/relationships" id="264" r:id="Rc3c64dcf27ed4591"/>
    <p:sldId xmlns:r="http://schemas.openxmlformats.org/officeDocument/2006/relationships" id="265" r:id="Ra2164f5a6f5447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ed469dcc24f2c" /><Relationship Type="http://schemas.openxmlformats.org/officeDocument/2006/relationships/slideMaster" Target="/ppt/slideMasters/slideMaster1.xml" Id="Ra54ef34b68334d01" /><Relationship Type="http://schemas.openxmlformats.org/officeDocument/2006/relationships/notesMaster" Target="/ppt/notesMasters/notesMaster1.xml" Id="Rb283237d037c47b7" /><Relationship Type="http://schemas.openxmlformats.org/officeDocument/2006/relationships/presProps" Target="/ppt/presProps.xml" Id="R86723e66e6934e78" /><Relationship Type="http://schemas.openxmlformats.org/officeDocument/2006/relationships/viewProps" Target="/ppt/viewProps.xml" Id="R50396c93d466441a" /><Relationship Type="http://schemas.openxmlformats.org/officeDocument/2006/relationships/tableStyles" Target="/ppt/tableStyles.xml" Id="Rf0e6e70a43334700" /><Relationship Type="http://schemas.openxmlformats.org/officeDocument/2006/relationships/slide" Target="/ppt/slides/slide1.xml" Id="Rccf12952d8684b18" /><Relationship Type="http://schemas.openxmlformats.org/officeDocument/2006/relationships/slide" Target="/ppt/slides/slide2.xml" Id="R94d3ced274a64cd8" /><Relationship Type="http://schemas.openxmlformats.org/officeDocument/2006/relationships/slide" Target="/ppt/slides/slide3.xml" Id="R148284d2064743e6" /><Relationship Type="http://schemas.openxmlformats.org/officeDocument/2006/relationships/slide" Target="/ppt/slides/slide4.xml" Id="R5bf49f002916440a" /><Relationship Type="http://schemas.openxmlformats.org/officeDocument/2006/relationships/slide" Target="/ppt/slides/slide5.xml" Id="Rf1bfe720be754105" /><Relationship Type="http://schemas.openxmlformats.org/officeDocument/2006/relationships/slide" Target="/ppt/slides/slide6.xml" Id="R9709e88117784a4b" /><Relationship Type="http://schemas.openxmlformats.org/officeDocument/2006/relationships/slide" Target="/ppt/slides/slide7.xml" Id="Ra5271ebb0b084676" /><Relationship Type="http://schemas.openxmlformats.org/officeDocument/2006/relationships/slide" Target="/ppt/slides/slide8.xml" Id="R4f216778d9514433" /><Relationship Type="http://schemas.openxmlformats.org/officeDocument/2006/relationships/slide" Target="/ppt/slides/slide9.xml" Id="Rc3c64dcf27ed4591" /><Relationship Type="http://schemas.openxmlformats.org/officeDocument/2006/relationships/slide" Target="/ppt/slides/slide10.xml" Id="Ra2164f5a6f54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8dcc719c57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d7851668a94630" /><Relationship Type="http://schemas.openxmlformats.org/officeDocument/2006/relationships/notesMaster" Target="/ppt/notesMasters/notesMaster1.xml" Id="R0aad7591f40e48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813c85d54473b" /><Relationship Type="http://schemas.openxmlformats.org/officeDocument/2006/relationships/notesMaster" Target="/ppt/notesMasters/notesMaster1.xml" Id="Rdbd36d2fb8d1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bd705c099e444e" /><Relationship Type="http://schemas.openxmlformats.org/officeDocument/2006/relationships/notesMaster" Target="/ppt/notesMasters/notesMaster1.xml" Id="R10256677b7da47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cee854fb5423b" /><Relationship Type="http://schemas.openxmlformats.org/officeDocument/2006/relationships/notesMaster" Target="/ppt/notesMasters/notesMaster1.xml" Id="R2981dbda710a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8d54c23d04bb7" /><Relationship Type="http://schemas.openxmlformats.org/officeDocument/2006/relationships/notesMaster" Target="/ppt/notesMasters/notesMaster1.xml" Id="Rcfa2919519674c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1a917647fd4e4b" /><Relationship Type="http://schemas.openxmlformats.org/officeDocument/2006/relationships/notesMaster" Target="/ppt/notesMasters/notesMaster1.xml" Id="R7c60f9cc8be244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03647e0d0a4e50" /><Relationship Type="http://schemas.openxmlformats.org/officeDocument/2006/relationships/notesMaster" Target="/ppt/notesMasters/notesMaster1.xml" Id="Ra6108389177742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c4ffd9acc347f3" /><Relationship Type="http://schemas.openxmlformats.org/officeDocument/2006/relationships/notesMaster" Target="/ppt/notesMasters/notesMaster1.xml" Id="R35407086940547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2b692bb4224a16" /><Relationship Type="http://schemas.openxmlformats.org/officeDocument/2006/relationships/notesMaster" Target="/ppt/notesMasters/notesMaster1.xml" Id="Rbbf7181397334e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ebd5adef5f4e58" /><Relationship Type="http://schemas.openxmlformats.org/officeDocument/2006/relationships/notesMaster" Target="/ppt/notesMasters/notesMaster1.xml" Id="R32e43a5548754f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e6121ab9541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5cc1d8e4844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9949c471d4f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7928c03214b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d7b3e942c48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095bbd2e443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7e11576224245" /><Relationship Type="http://schemas.openxmlformats.org/officeDocument/2006/relationships/image" Target="/ppt/media/image.emf" Id="R47019898026f4c4d" /><Relationship Type="http://schemas.openxmlformats.org/officeDocument/2006/relationships/image" Target="/ppt/media/image2.emf" Id="R0c621d8c3cb54ee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d95381c9146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ec920be374c9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A1DFD3-1972-406E-83D1-F14D176BEF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DC2F8BB-9B3B-48DC-8DEE-B8742D8E5E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CD17A2-11FC-41E0-A460-9193E5429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D63E8F-50B1-4848-90AD-68D1F2A3BB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846DE-8041-47C4-A260-1BCC63DB7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1F1F4D-AAB5-4432-8716-5E8F8AB178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46BA13-ED48-4BFC-936A-5E23B6582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F9B5B89-00DD-4A5A-B583-45007A327C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4CA82D8-CFDA-431D-8B49-1E0AE25BD44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3BD610-9D6F-460C-B0C8-65780A5B8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1652BB-A32F-4A80-BD7E-685664EE5E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76604D-73C5-493C-B39D-192B51FB41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C4CABFD-56BA-4D07-A236-984D3059ED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482E661-FEF4-490A-97B3-51BB570EA8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2D80D2-78E2-4CE1-88AC-B0C564FC9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09186C-3327-467C-B0C8-18CD100D1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96F58A-D664-487A-9E3D-8C0AD8774C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2FF69A0-AED5-48D0-8850-2BE4486E4D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F87E804-B68D-4A74-B32D-96719AD2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48830B2A-F73A-44B3-BE9D-8678F53E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19898026f4c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21d8c3cb54e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F2597B8-5828-4129-80BE-3D1BCE64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6832A4C6-C767-4F5E-A1FD-E064C51F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19898026f4c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21d8c3cb54e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06E89F-EAC3-4ED7-A018-BCE399FF1A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CACB5B-7905-4BD2-B32B-2EFE548A1F4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D373621-9CB8-4F33-8331-42182B6BE9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3f49513aba7e4a48" /><Relationship Type="http://schemas.openxmlformats.org/officeDocument/2006/relationships/image" Target="/ppt/media/image2.emf" Id="Rd7a517677c8c4e07" /><Relationship Type="http://schemas.openxmlformats.org/officeDocument/2006/relationships/theme" Target="/ppt/slideMasters/theme/theme2.xml" Id="R0ece45becf654fef" /><Relationship Type="http://schemas.openxmlformats.org/officeDocument/2006/relationships/slideLayout" Target="/ppt/slideLayouts/slideLayout1.xml" Id="R282bc9e3ff854919" /><Relationship Type="http://schemas.openxmlformats.org/officeDocument/2006/relationships/slideLayout" Target="/ppt/slideLayouts/slideLayout2.xml" Id="R5c1ebf1d6d7c4784" /><Relationship Type="http://schemas.openxmlformats.org/officeDocument/2006/relationships/slideLayout" Target="/ppt/slideLayouts/slideLayout3.xml" Id="R0db6f5f1113947e7" /><Relationship Type="http://schemas.openxmlformats.org/officeDocument/2006/relationships/slideLayout" Target="/ppt/slideLayouts/slideLayout4.xml" Id="Rb3c991c31f8c4d41" /><Relationship Type="http://schemas.openxmlformats.org/officeDocument/2006/relationships/slideLayout" Target="/ppt/slideLayouts/slideLayout5.xml" Id="R090dcdb359544b47" /><Relationship Type="http://schemas.openxmlformats.org/officeDocument/2006/relationships/slideLayout" Target="/ppt/slideLayouts/slideLayout6.xml" Id="Rdf3ec65283684865" /><Relationship Type="http://schemas.openxmlformats.org/officeDocument/2006/relationships/slideLayout" Target="/ppt/slideLayouts/slideLayout7.xml" Id="Re62fab0a60744400" /><Relationship Type="http://schemas.openxmlformats.org/officeDocument/2006/relationships/slideLayout" Target="/ppt/slideLayouts/slideLayout8.xml" Id="R49529079df1944b3" /><Relationship Type="http://schemas.openxmlformats.org/officeDocument/2006/relationships/slideLayout" Target="/ppt/slideLayouts/slideLayout9.xml" Id="R44a8723a5b0b4840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DE5CAC2-AA7B-4FC1-B9C2-BC0AE5751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36FB02-04F7-4ACA-9000-536DFCAB8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EC6F18-837F-4684-B568-7223007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A5147212-F93F-466D-A05A-BFB15E36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513aba7e4a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517677c8c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8F04865-2DC7-4E81-B073-560806B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6248B8F6-73DA-4867-9623-AD5AE69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513aba7e4a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517677c8c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2bc9e3ff854919"/>
    <p:sldLayoutId xmlns:r="http://schemas.openxmlformats.org/officeDocument/2006/relationships" id="2147483650" r:id="R5c1ebf1d6d7c4784"/>
    <p:sldLayoutId xmlns:r="http://schemas.openxmlformats.org/officeDocument/2006/relationships" id="2147483651" r:id="R0db6f5f1113947e7"/>
    <p:sldLayoutId xmlns:r="http://schemas.openxmlformats.org/officeDocument/2006/relationships" id="2147483652" r:id="Rb3c991c31f8c4d41"/>
    <p:sldLayoutId xmlns:r="http://schemas.openxmlformats.org/officeDocument/2006/relationships" id="2147483653" r:id="R090dcdb359544b47"/>
    <p:sldLayoutId xmlns:r="http://schemas.openxmlformats.org/officeDocument/2006/relationships" id="2147483654" r:id="Rdf3ec65283684865"/>
    <p:sldLayoutId xmlns:r="http://schemas.openxmlformats.org/officeDocument/2006/relationships" id="2147483655" r:id="Re62fab0a60744400"/>
    <p:sldLayoutId xmlns:r="http://schemas.openxmlformats.org/officeDocument/2006/relationships" id="2147483656" r:id="R49529079df1944b3"/>
    <p:sldLayoutId xmlns:r="http://schemas.openxmlformats.org/officeDocument/2006/relationships" id="2147483657" r:id="R44a8723a5b0b4840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962238f874423" /><Relationship Type="http://schemas.openxmlformats.org/officeDocument/2006/relationships/notesSlide" Target="/ppt/notesSlides/notesSlide1.xml" Id="Ra62abd35353845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d01b699f1c47a5" /><Relationship Type="http://schemas.openxmlformats.org/officeDocument/2006/relationships/image" Target="/ppt/media/image.emf" Id="R19ac6fb9345744ae" /><Relationship Type="http://schemas.openxmlformats.org/officeDocument/2006/relationships/image" Target="/ppt/media/image2.emf" Id="R68d27ffa84364455" /><Relationship Type="http://schemas.openxmlformats.org/officeDocument/2006/relationships/notesSlide" Target="/ppt/notesSlides/notesSlide2.xml" Id="Rd1bac9ee4fd247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ec0d38e9fe4d25" /><Relationship Type="http://schemas.openxmlformats.org/officeDocument/2006/relationships/image" Target="/ppt/media/image.emf" Id="R6ef048a807694feb" /><Relationship Type="http://schemas.openxmlformats.org/officeDocument/2006/relationships/image" Target="/ppt/media/image2.emf" Id="R42d4eb8bddce4177" /><Relationship Type="http://schemas.openxmlformats.org/officeDocument/2006/relationships/notesSlide" Target="/ppt/notesSlides/notesSlide3.xml" Id="R87afd5548bc14c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6e3bb72a9a44dc" /><Relationship Type="http://schemas.openxmlformats.org/officeDocument/2006/relationships/image" Target="/ppt/media/image.emf" Id="R537162892f06412b" /><Relationship Type="http://schemas.openxmlformats.org/officeDocument/2006/relationships/image" Target="/ppt/media/image2.emf" Id="R917a1a3ccb494d85" /><Relationship Type="http://schemas.openxmlformats.org/officeDocument/2006/relationships/notesSlide" Target="/ppt/notesSlides/notesSlide4.xml" Id="Rf905254d8f8946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a85489313648ec" /><Relationship Type="http://schemas.openxmlformats.org/officeDocument/2006/relationships/image" Target="/ppt/media/image.emf" Id="R71b3f44dc257448b" /><Relationship Type="http://schemas.openxmlformats.org/officeDocument/2006/relationships/image" Target="/ppt/media/image2.emf" Id="R7bbf4ff1a8d94c9a" /><Relationship Type="http://schemas.openxmlformats.org/officeDocument/2006/relationships/notesSlide" Target="/ppt/notesSlides/notesSlide5.xml" Id="R56ab110970844d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a663e3b3484eae" /><Relationship Type="http://schemas.openxmlformats.org/officeDocument/2006/relationships/image" Target="/ppt/media/image.emf" Id="Rb962d1637b904d16" /><Relationship Type="http://schemas.openxmlformats.org/officeDocument/2006/relationships/image" Target="/ppt/media/image2.emf" Id="R0ee052e298ed4b35" /><Relationship Type="http://schemas.openxmlformats.org/officeDocument/2006/relationships/notesSlide" Target="/ppt/notesSlides/notesSlide6.xml" Id="Rdfe523bd4c9a4f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b8af0ed65445d9" /><Relationship Type="http://schemas.openxmlformats.org/officeDocument/2006/relationships/image" Target="/ppt/media/image.emf" Id="R8eba120ceec8477b" /><Relationship Type="http://schemas.openxmlformats.org/officeDocument/2006/relationships/image" Target="/ppt/media/image2.emf" Id="R915609851fe04d64" /><Relationship Type="http://schemas.openxmlformats.org/officeDocument/2006/relationships/notesSlide" Target="/ppt/notesSlides/notesSlide7.xml" Id="Rf9cd161d663740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400f7a919a42b4" /><Relationship Type="http://schemas.openxmlformats.org/officeDocument/2006/relationships/image" Target="/ppt/media/image.emf" Id="R4334ecc7d02e4df9" /><Relationship Type="http://schemas.openxmlformats.org/officeDocument/2006/relationships/image" Target="/ppt/media/image2.emf" Id="Ra1f9c50a42cc41c9" /><Relationship Type="http://schemas.openxmlformats.org/officeDocument/2006/relationships/notesSlide" Target="/ppt/notesSlides/notesSlide8.xml" Id="R2df362ed44dd4a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48517f0a24445b" /><Relationship Type="http://schemas.openxmlformats.org/officeDocument/2006/relationships/image" Target="/ppt/media/image.emf" Id="Rac1c0dcb0e994ef8" /><Relationship Type="http://schemas.openxmlformats.org/officeDocument/2006/relationships/image" Target="/ppt/media/image2.emf" Id="R60e256ccbba54d9d" /><Relationship Type="http://schemas.openxmlformats.org/officeDocument/2006/relationships/notesSlide" Target="/ppt/notesSlides/notesSlide9.xml" Id="Rce7f3af4c9264f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048be10abe4489" /><Relationship Type="http://schemas.openxmlformats.org/officeDocument/2006/relationships/image" Target="/ppt/media/image.emf" Id="R403c6fdf653e4dd8" /><Relationship Type="http://schemas.openxmlformats.org/officeDocument/2006/relationships/image" Target="/ppt/media/image2.emf" Id="R8cebdd727d6c49a5" /><Relationship Type="http://schemas.openxmlformats.org/officeDocument/2006/relationships/notesSlide" Target="/ppt/notesSlides/notesSlide10.xml" Id="R61c05394586f4a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14: Dependency Management &amp; Security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OWASP, SonarQube, Vulnerability Scanning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Set up dependency mirror management (PyPI/Nexus/JFrog)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 OWASP Dependency Check on a project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SonarQube for code quality and security analysis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Prioritize vulnerabilities (CVEs) using AI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Perform threat modeling in small groups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6fb9345744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27ffa8436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Dependency Management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Managing project dependencies at scale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PyPI: Python Package Index (public)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Private repositories: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Nexus: Sonatype's repository manager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JFrog Artifactory: universal artifact manager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Mirrors: local copies of PyPI for faster, controlled access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Why use a private repo?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Control which packages are available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Cache packages for faster builds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Scan packages for vulnerabilities before use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Keep internal packages private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048a807694f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4eb8bddce4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OWASP Dependency Check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Scanning for known vulnerabilities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OWASP Dependency-Check: scans project dependencies for known CVEs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Install: pip install dependency-check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Run: dependency-check --scan requirements.txt --format HTML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Output: HTML report listing: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CVE ID and severity (CVSS score)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Affected versions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Fix recommendation (update to version X.X.X)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vulnerabilities: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Log4Shell (CVE-2021-44228)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SQL injection in old libraries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Cross-site scripting (XSS) in web frameworks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162892f0641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a1a3ccb494d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SonarQube for Code Quality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Static analysis for bugs, smells, and security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SonarQube: continuous code quality inspection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Detects: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Bugs: code that will definitely cause issues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Code smells: maintainability problems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Security hotspots: potential vulnerabilities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Duplications: copied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Test coverage: what's not tested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Quality Gate: pass/fail criteria (e.g., coverage &gt; 80%, no critical bugs)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 locally or as part of CI pipeline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3f44dc25744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f4ff1a8d94c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Prioritizing Vulnerabilities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Not all CVEs are created equal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CVSS score (0-10): severity rating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Critical (9.0-10.0): fix immediately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High (7.0-8.9): fix within sprint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Medium (4.0-6.9): fix within release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Low (0.1-3.9): fix when convenient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Consider: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Is the vulnerability exploitable in YOUR context?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What's the attack surface?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What's the cost of fixing vs the risk?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Deferred risk: document why a vulnerability can wait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2d1637b904d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052e298ed4b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Security Best Practices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Every developer is a security engineer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Input validation: never trust user input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Principle of least privilege: only give needed permissions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Defense in depth: multiple layers of security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Secure defaults: strong passwords, HTTPS by default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Fail securely: errors don't leak sensitive info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Keep dependencies updated: old libraries = known vulnerabilities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.env for secrets; NEVER commit secrets to Git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Regular security audits: automated + manual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a120ceec8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609851fe04d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Vulnerability Analysis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AI-powered security checks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Analyze this OWASP Dependency Check report and prioritize the top 3 vulnerabilities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identifies most critical issues and suggests fixes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Review this code snippet for security vulnerabilities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finds SQL injection, XSS, hardcoded secrets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Generate a security checklist for a Python web 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outputs comprehensive checklist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also check code style against team standards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Remember: AI finds common patterns; manual review for complex logic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4ecc7d02e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9c50a42cc41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Security Mindset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Threat modeling exercise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In small groups, perform threat modeling for a simple 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 app: a note-taking app with user accounts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STRIDE framework: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Spoofing: Can someone pretend to be another user?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Tampering: Can someone modify notes they shouldn't?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Repudiation: Can a user deny their actions?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Information Disclosure: Are notes leaked?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Denial of Service: Can we crash the app?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Elevation of Privilege: Can a user become admin?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Present top threats and mitigations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c0dcb0e994e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256ccbba54d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042A570-6138-428D-81F5-16C177829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E9D0CD-A30F-46D0-B570-DBD8823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768502-1198-427C-818B-4BE8C0B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14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3B320-031D-4A75-AA95-2836FF5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Mirror management gives controlled, fast dependency access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OWASP Dependency Check finds known vulnerabilities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SonarQube catches bugs, smells, and security issues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Prioritize CVEs by CVSS score and context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Security is everyone's responsibility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analyze vulnerabilities and check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Software Evolution, Maintenance &amp; Tech Debt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Security &amp; quality audit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E78EA6-17ED-4840-A167-A5C88E5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7E5D66A-C4AD-48F3-8993-19A1ECC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c6fdf653e4d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bdd727d6c49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2026-07-14T12:47:03.6790000Z</dcterms:created>
  <dcterms:modified xsi:type="dcterms:W3CDTF">2026-07-14T12:47:03.6790000Z</dcterms:modified>
</coreProperties>
</file>