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7cfc2b6a644b79" /><Relationship Type="http://schemas.openxmlformats.org/officeDocument/2006/relationships/extended-properties" Target="/docProps/app.xml" Id="R6084845599c84b11" /><Relationship Type="http://schemas.openxmlformats.org/officeDocument/2006/relationships/officeDocument" Target="/ppt/presentation.xml" Id="R7ab4a80dc22741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b8189886de4b9f"/>
  </p:sldMasterIdLst>
  <p:notesMasterIdLst>
    <p:notesMasterId xmlns:r="http://schemas.openxmlformats.org/officeDocument/2006/relationships" r:id="R6ca30c4aefd541f9"/>
  </p:notesMasterIdLst>
  <p:sldIdLst>
    <p:sldId xmlns:r="http://schemas.openxmlformats.org/officeDocument/2006/relationships" id="256" r:id="R125e0c59bd784538"/>
    <p:sldId xmlns:r="http://schemas.openxmlformats.org/officeDocument/2006/relationships" id="257" r:id="R7954ad0c65d3498e"/>
    <p:sldId xmlns:r="http://schemas.openxmlformats.org/officeDocument/2006/relationships" id="258" r:id="Raa1ea906b25e4ea7"/>
    <p:sldId xmlns:r="http://schemas.openxmlformats.org/officeDocument/2006/relationships" id="259" r:id="Rbc013cf771fa42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67462646294858" /><Relationship Type="http://schemas.openxmlformats.org/officeDocument/2006/relationships/slideMaster" Target="/ppt/slideMasters/slideMaster1.xml" Id="R9fb8189886de4b9f" /><Relationship Type="http://schemas.openxmlformats.org/officeDocument/2006/relationships/notesMaster" Target="/ppt/notesMasters/notesMaster1.xml" Id="R6ca30c4aefd541f9" /><Relationship Type="http://schemas.openxmlformats.org/officeDocument/2006/relationships/presProps" Target="/ppt/presProps.xml" Id="R5b3751692bc240d3" /><Relationship Type="http://schemas.openxmlformats.org/officeDocument/2006/relationships/viewProps" Target="/ppt/viewProps.xml" Id="R70f55c588583417b" /><Relationship Type="http://schemas.openxmlformats.org/officeDocument/2006/relationships/tableStyles" Target="/ppt/tableStyles.xml" Id="R57c62575a1164042" /><Relationship Type="http://schemas.openxmlformats.org/officeDocument/2006/relationships/slide" Target="/ppt/slides/slide1.xml" Id="R125e0c59bd784538" /><Relationship Type="http://schemas.openxmlformats.org/officeDocument/2006/relationships/slide" Target="/ppt/slides/slide2.xml" Id="R7954ad0c65d3498e" /><Relationship Type="http://schemas.openxmlformats.org/officeDocument/2006/relationships/slide" Target="/ppt/slides/slide3.xml" Id="Raa1ea906b25e4ea7" /><Relationship Type="http://schemas.openxmlformats.org/officeDocument/2006/relationships/slide" Target="/ppt/slides/slide4.xml" Id="Rbc013cf771fa42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77c78fdca24d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11ec08b45f4dc3" /><Relationship Type="http://schemas.openxmlformats.org/officeDocument/2006/relationships/notesMaster" Target="/ppt/notesMasters/notesMaster1.xml" Id="R98146673a57041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e1e7ee468c4749" /><Relationship Type="http://schemas.openxmlformats.org/officeDocument/2006/relationships/notesMaster" Target="/ppt/notesMasters/notesMaster1.xml" Id="R855f130f34834f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9ae8dfdbee45de" /><Relationship Type="http://schemas.openxmlformats.org/officeDocument/2006/relationships/notesMaster" Target="/ppt/notesMasters/notesMaster1.xml" Id="Rb28205efb68343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afa6a860874b7f" /><Relationship Type="http://schemas.openxmlformats.org/officeDocument/2006/relationships/notesMaster" Target="/ppt/notesMasters/notesMaster1.xml" Id="R18f8a033b6e445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0a869491440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7e38123ae49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8c0997f0a4a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b1c41aadb48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7292816584c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1fb9a5e75456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4c7e879724619" /><Relationship Type="http://schemas.openxmlformats.org/officeDocument/2006/relationships/image" Target="/ppt/media/image.emf" Id="Rfd988ab816d94735" /><Relationship Type="http://schemas.openxmlformats.org/officeDocument/2006/relationships/image" Target="/ppt/media/image2.emf" Id="R8210986158c447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19f2e26624c8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01fad77ad47c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1BF8DB-8C5B-4F8C-8C44-B05FCFB2B1D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E7A3CB1-AC5D-4FCD-BABB-C1AEBAA19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266D4F-5E6B-4AC2-9505-ADB4F9DB3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9970C4-47C3-414F-97D4-F2D02EFD345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B1FE94-1AF5-4649-8017-33062E96C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4A93F5-EC19-4136-982A-1D9BE2758A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8722A5-E021-4726-AB2D-7B9406AD4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04CCCF-7761-4B51-A161-955ABAECB1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1FC689D-A887-4F52-956B-A5541543EBE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1F52C6-3035-4183-9868-5807CED881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892454-5966-4F19-8404-4E131A7B16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A7D06C1-4414-4A68-9484-6AE7459D997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5EFC69B-3B6D-4E2C-ACB9-2DEFE96D28E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2CC134C-6053-4CF6-98AB-B833E2361DB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A210E7-F882-4840-BD4B-D387865FC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91548F-83D7-4BE6-845F-9838C193F7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8205B2-0B94-4D08-9F79-A2153EADDB5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5E4D2EB-F82C-434F-A178-157F185B17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C871874-3369-46D1-A34B-21C6D828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D6A0545F-983C-4B79-9640-9595116A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88ab816d947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0986158c447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9BCAB59-2309-4531-8121-82302CF6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98291C45-EAE6-445C-82EF-A773BAB2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88ab816d947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0986158c447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8F55B4-7924-43A6-9699-6B5B50126D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F13AC9A-C29F-414A-9F2B-1295C3E01E6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08564E3-B946-4BCC-AA4B-2A78257C1B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5bf18d2d39f24bf6" /><Relationship Type="http://schemas.openxmlformats.org/officeDocument/2006/relationships/image" Target="/ppt/media/image2.emf" Id="Ra129004307054942" /><Relationship Type="http://schemas.openxmlformats.org/officeDocument/2006/relationships/theme" Target="/ppt/slideMasters/theme/theme2.xml" Id="R9ff292285e234cb4" /><Relationship Type="http://schemas.openxmlformats.org/officeDocument/2006/relationships/slideLayout" Target="/ppt/slideLayouts/slideLayout1.xml" Id="R0334b8e5fd444ed4" /><Relationship Type="http://schemas.openxmlformats.org/officeDocument/2006/relationships/slideLayout" Target="/ppt/slideLayouts/slideLayout2.xml" Id="Rf369a400a2c2465a" /><Relationship Type="http://schemas.openxmlformats.org/officeDocument/2006/relationships/slideLayout" Target="/ppt/slideLayouts/slideLayout3.xml" Id="R247366ac60a44e0a" /><Relationship Type="http://schemas.openxmlformats.org/officeDocument/2006/relationships/slideLayout" Target="/ppt/slideLayouts/slideLayout4.xml" Id="Rb0560f71e5b6493c" /><Relationship Type="http://schemas.openxmlformats.org/officeDocument/2006/relationships/slideLayout" Target="/ppt/slideLayouts/slideLayout5.xml" Id="Rbdc340e1e8624d11" /><Relationship Type="http://schemas.openxmlformats.org/officeDocument/2006/relationships/slideLayout" Target="/ppt/slideLayouts/slideLayout6.xml" Id="R00d0632db6254aa1" /><Relationship Type="http://schemas.openxmlformats.org/officeDocument/2006/relationships/slideLayout" Target="/ppt/slideLayouts/slideLayout7.xml" Id="Rbbaedb55408a4fdd" /><Relationship Type="http://schemas.openxmlformats.org/officeDocument/2006/relationships/slideLayout" Target="/ppt/slideLayouts/slideLayout8.xml" Id="R0daf8cf351ea47f3" /><Relationship Type="http://schemas.openxmlformats.org/officeDocument/2006/relationships/slideLayout" Target="/ppt/slideLayouts/slideLayout9.xml" Id="R94fc5c1970df48f1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B75A18D-21A2-41D1-87C9-FA97D69EAF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3D482CF-926E-41B7-A7EB-7ECEBB4F1C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D75B482-2EC9-4B9F-8B0B-E78A8243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70A57D3A-02CD-4534-9E4E-B6CF3DBF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18d2d39f24b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90043070549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D09F7CF-5898-4E47-8236-B0213D37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AD443427-9DB6-4BBD-8179-DD25F1AA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18d2d39f24b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90043070549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34b8e5fd444ed4"/>
    <p:sldLayoutId xmlns:r="http://schemas.openxmlformats.org/officeDocument/2006/relationships" id="2147483650" r:id="Rf369a400a2c2465a"/>
    <p:sldLayoutId xmlns:r="http://schemas.openxmlformats.org/officeDocument/2006/relationships" id="2147483651" r:id="R247366ac60a44e0a"/>
    <p:sldLayoutId xmlns:r="http://schemas.openxmlformats.org/officeDocument/2006/relationships" id="2147483652" r:id="Rb0560f71e5b6493c"/>
    <p:sldLayoutId xmlns:r="http://schemas.openxmlformats.org/officeDocument/2006/relationships" id="2147483653" r:id="Rbdc340e1e8624d11"/>
    <p:sldLayoutId xmlns:r="http://schemas.openxmlformats.org/officeDocument/2006/relationships" id="2147483654" r:id="R00d0632db6254aa1"/>
    <p:sldLayoutId xmlns:r="http://schemas.openxmlformats.org/officeDocument/2006/relationships" id="2147483655" r:id="Rbbaedb55408a4fdd"/>
    <p:sldLayoutId xmlns:r="http://schemas.openxmlformats.org/officeDocument/2006/relationships" id="2147483656" r:id="R0daf8cf351ea47f3"/>
    <p:sldLayoutId xmlns:r="http://schemas.openxmlformats.org/officeDocument/2006/relationships" id="2147483657" r:id="R94fc5c1970df48f1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54ce053e84708" /><Relationship Type="http://schemas.openxmlformats.org/officeDocument/2006/relationships/notesSlide" Target="/ppt/notesSlides/notesSlide1.xml" Id="R095cf916825146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0e74fb5721405f" /><Relationship Type="http://schemas.openxmlformats.org/officeDocument/2006/relationships/image" Target="/ppt/media/image.emf" Id="Re67119d430ee4ceb" /><Relationship Type="http://schemas.openxmlformats.org/officeDocument/2006/relationships/image" Target="/ppt/media/image2.emf" Id="R6da5705a50944c15" /><Relationship Type="http://schemas.openxmlformats.org/officeDocument/2006/relationships/notesSlide" Target="/ppt/notesSlides/notesSlide2.xml" Id="R2ca176a6a6fe43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a0c4922af44271" /><Relationship Type="http://schemas.openxmlformats.org/officeDocument/2006/relationships/image" Target="/ppt/media/image.emf" Id="R7e7ee67cc29a46b5" /><Relationship Type="http://schemas.openxmlformats.org/officeDocument/2006/relationships/image" Target="/ppt/media/image2.emf" Id="R740419b65a6c4883" /><Relationship Type="http://schemas.openxmlformats.org/officeDocument/2006/relationships/notesSlide" Target="/ppt/notesSlides/notesSlide3.xml" Id="R22895dd075b741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aa40f964e74dc8" /><Relationship Type="http://schemas.openxmlformats.org/officeDocument/2006/relationships/image" Target="/ppt/media/image.emf" Id="R300b2cd0431546e5" /><Relationship Type="http://schemas.openxmlformats.org/officeDocument/2006/relationships/image" Target="/ppt/media/image2.emf" Id="R6c6cdf78889e4290" /><Relationship Type="http://schemas.openxmlformats.org/officeDocument/2006/relationships/notesSlide" Target="/ppt/notesSlides/notesSlide4.xml" Id="R1f204a26e2f24d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14 Assignment: Security &amp; Quality Audit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PR + report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899287F-8EA9-4E6B-BA0A-03EC7506F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AA1D0A5-D4EE-403F-B926-C7F80CDE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53FA5D6-5777-4EF4-BBC8-B58B9E66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Audit your Week 9 codebase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13F6542-104A-4708-9F8D-30A9FD71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Run OWASP Dependency Check and SonarQube (or equivalents) on your Week 9 codebase.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Tasks: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1. Run OWASP Dependency Check -&gt; generate HTML report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2. Run SonarQube scan -&gt; generate quality report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3. Use AI to prioritize top 3 vulnerabilities (CVEs)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4. Propose concrete fixes for each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5. Implement at least ONE fix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6. Submit a PR with the fix + justification for why the other two can wait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C8A7DA4-0A53-4548-816E-CB900B7D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50BAB30-0B82-48F8-AF81-7D429790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119d430ee4c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5705a50944c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899287F-8EA9-4E6B-BA0A-03EC7506F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AA1D0A5-D4EE-403F-B926-C7F80CDE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53FA5D6-5777-4EF4-BBC8-B58B9E66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13F6542-104A-4708-9F8D-30A9FD71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93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SonarQube/OWASP scan report (PDF) highlighting issues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Pull Request on GitHub with: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Fix for one vulnerability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Short justification for why the other two can be postponed (deferred risk)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Include: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CVE IDs and CVSS scores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How you fixed the chosen one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Why you deferred the others (low risk, requires major refactor, etc.)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Set up SonarQube scanning as a GitHub Actions step.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C8A7DA4-0A53-4548-816E-CB900B7D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50BAB30-0B82-48F8-AF81-7D429790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ee67cc29a46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419b65a6c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899287F-8EA9-4E6B-BA0A-03EC7506FF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AA1D0A5-D4EE-403F-B926-C7F80CDE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53FA5D6-5777-4EF4-BBC8-B58B9E66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13F6542-104A-4708-9F8D-30A9FD71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OWASP Dependency Check scan completed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SonarQube scan completed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Top 3 CVEs prioritized with reasoning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One vulnerability fixed via PR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Deferred risk justification (1 pt)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 submission (1 pt)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C8A7DA4-0A53-4548-816E-CB900B7D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50BAB30-0B82-48F8-AF81-7D429790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b2cd0431546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cdf78889e42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2026-07-14T12:47:04.0610000Z</dcterms:created>
  <dcterms:modified xsi:type="dcterms:W3CDTF">2026-07-14T12:47:04.0610000Z</dcterms:modified>
</coreProperties>
</file>