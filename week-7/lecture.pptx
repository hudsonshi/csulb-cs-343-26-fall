
<file path=[Content_Types].xml><?xml version="1.0" encoding="utf-8"?>
<Types xmlns="http://schemas.openxmlformats.org/package/2006/content-types">
  <Default Extension="xml" ContentType="application/vnd.openxmlformats-package.core-properties+xml"/>
  <Default Extension="emf" ContentType="image/x-emf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eb68b61ce5a6423a" /><Relationship Type="http://schemas.openxmlformats.org/officeDocument/2006/relationships/extended-properties" Target="/docProps/app.xml" Id="Raef969c3fb7c4ca4" /><Relationship Type="http://schemas.openxmlformats.org/officeDocument/2006/relationships/officeDocument" Target="/ppt/presentation.xml" Id="R3a23afe3d8c149ec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912bd2f1e9e44d68"/>
  </p:sldMasterIdLst>
  <p:notesMasterIdLst>
    <p:notesMasterId xmlns:r="http://schemas.openxmlformats.org/officeDocument/2006/relationships" r:id="R5358582b61014ace"/>
  </p:notesMasterIdLst>
  <p:sldIdLst>
    <p:sldId xmlns:r="http://schemas.openxmlformats.org/officeDocument/2006/relationships" id="256" r:id="R4d2ad95edeb2404e"/>
    <p:sldId xmlns:r="http://schemas.openxmlformats.org/officeDocument/2006/relationships" id="257" r:id="R290334b5e5ea443f"/>
    <p:sldId xmlns:r="http://schemas.openxmlformats.org/officeDocument/2006/relationships" id="258" r:id="R2456abd4fc424e24"/>
    <p:sldId xmlns:r="http://schemas.openxmlformats.org/officeDocument/2006/relationships" id="259" r:id="R3bf3353b25c846f2"/>
    <p:sldId xmlns:r="http://schemas.openxmlformats.org/officeDocument/2006/relationships" id="260" r:id="R8dec81c2a75b4d6f"/>
    <p:sldId xmlns:r="http://schemas.openxmlformats.org/officeDocument/2006/relationships" id="261" r:id="R065f355a62ee42d6"/>
    <p:sldId xmlns:r="http://schemas.openxmlformats.org/officeDocument/2006/relationships" id="262" r:id="R102a6ba6d3df407e"/>
    <p:sldId xmlns:r="http://schemas.openxmlformats.org/officeDocument/2006/relationships" id="263" r:id="R8f3bc4307ed645ad"/>
    <p:sldId xmlns:r="http://schemas.openxmlformats.org/officeDocument/2006/relationships" id="264" r:id="R81f02a673f834888"/>
    <p:sldId xmlns:r="http://schemas.openxmlformats.org/officeDocument/2006/relationships" id="265" r:id="R22f3c0a7a54f4057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slideViewPr>
    <p:cSldViewPr snapToGrid="0">
      <p:cViewPr>
        <p:scale>
          <a:sx xmlns:a="http://schemas.openxmlformats.org/drawingml/2006/main" n="1" d="1"/>
          <a:sy xmlns:a="http://schemas.openxmlformats.org/drawingml/2006/main" n="1" d="1"/>
        </p:scale>
        <p:origin x="0" y="0"/>
      </p:cViewPr>
      <p:guideLst/>
    </p:cSldViewPr>
  </p:slide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8e638f0be6024cae" /><Relationship Type="http://schemas.openxmlformats.org/officeDocument/2006/relationships/slideMaster" Target="/ppt/slideMasters/slideMaster1.xml" Id="R912bd2f1e9e44d68" /><Relationship Type="http://schemas.openxmlformats.org/officeDocument/2006/relationships/notesMaster" Target="/ppt/notesMasters/notesMaster1.xml" Id="R5358582b61014ace" /><Relationship Type="http://schemas.openxmlformats.org/officeDocument/2006/relationships/presProps" Target="/ppt/presProps.xml" Id="Ra34a5551527b46b3" /><Relationship Type="http://schemas.openxmlformats.org/officeDocument/2006/relationships/viewProps" Target="/ppt/viewProps.xml" Id="R6bdd96ce348d413d" /><Relationship Type="http://schemas.openxmlformats.org/officeDocument/2006/relationships/tableStyles" Target="/ppt/tableStyles.xml" Id="R7db271de80804ec5" /><Relationship Type="http://schemas.openxmlformats.org/officeDocument/2006/relationships/slide" Target="/ppt/slides/slide1.xml" Id="R4d2ad95edeb2404e" /><Relationship Type="http://schemas.openxmlformats.org/officeDocument/2006/relationships/slide" Target="/ppt/slides/slide2.xml" Id="R290334b5e5ea443f" /><Relationship Type="http://schemas.openxmlformats.org/officeDocument/2006/relationships/slide" Target="/ppt/slides/slide3.xml" Id="R2456abd4fc424e24" /><Relationship Type="http://schemas.openxmlformats.org/officeDocument/2006/relationships/slide" Target="/ppt/slides/slide4.xml" Id="R3bf3353b25c846f2" /><Relationship Type="http://schemas.openxmlformats.org/officeDocument/2006/relationships/slide" Target="/ppt/slides/slide5.xml" Id="R8dec81c2a75b4d6f" /><Relationship Type="http://schemas.openxmlformats.org/officeDocument/2006/relationships/slide" Target="/ppt/slides/slide6.xml" Id="R065f355a62ee42d6" /><Relationship Type="http://schemas.openxmlformats.org/officeDocument/2006/relationships/slide" Target="/ppt/slides/slide7.xml" Id="R102a6ba6d3df407e" /><Relationship Type="http://schemas.openxmlformats.org/officeDocument/2006/relationships/slide" Target="/ppt/slides/slide8.xml" Id="R8f3bc4307ed645ad" /><Relationship Type="http://schemas.openxmlformats.org/officeDocument/2006/relationships/slide" Target="/ppt/slides/slide9.xml" Id="R81f02a673f834888" /><Relationship Type="http://schemas.openxmlformats.org/officeDocument/2006/relationships/slide" Target="/ppt/slides/slide10.xml" Id="R22f3c0a7a54f4057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5902ae4733c0456e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LBSU">
  <a:themeElements>
    <a:clrScheme name="LBSU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Franklin Gothic">
      <a:majorFont>
        <a:latin typeface="Franklin Gothic Medium"/>
        <a:ea typeface=""/>
        <a:cs typeface=""/>
        <a:font script="Jpan" typeface="HG創英角ｺﾞｼｯｸUB"/>
        <a:font script="Hang" typeface="돋움"/>
        <a:font script="Hans" typeface="隶书"/>
        <a:font script="Hant" typeface="微軟正黑體"/>
        <a:font script="Arab" typeface="Tahoma"/>
        <a:font script="Hebr" typeface="Aharoni"/>
        <a:font script="Thai" typeface="Lily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Franklin Gothic Book"/>
        <a:ea typeface=""/>
        <a:cs typeface=""/>
        <a:font script="Jpan" typeface="HGｺﾞｼｯｸE"/>
        <a:font script="Hang" typeface="돋움"/>
        <a:font script="Hans" typeface="华文楷体"/>
        <a:font script="Hant" typeface="微軟正黑體"/>
        <a:font script="Arab" typeface="Tahoma"/>
        <a:font script="Hebr" typeface="Aharoni"/>
        <a:font script="Thai" typeface="Lily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LBSU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b400da2c784b4c85" /><Relationship Type="http://schemas.openxmlformats.org/officeDocument/2006/relationships/notesMaster" Target="/ppt/notesMasters/notesMaster1.xml" Id="R442b029513f64cf5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b8d20b33b44b4142" /><Relationship Type="http://schemas.openxmlformats.org/officeDocument/2006/relationships/notesMaster" Target="/ppt/notesMasters/notesMaster1.xml" Id="Re7c4bbb7947344cf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7198342818184479" /><Relationship Type="http://schemas.openxmlformats.org/officeDocument/2006/relationships/notesMaster" Target="/ppt/notesMasters/notesMaster1.xml" Id="R95681a283418448c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20d47246eecf4423" /><Relationship Type="http://schemas.openxmlformats.org/officeDocument/2006/relationships/notesMaster" Target="/ppt/notesMasters/notesMaster1.xml" Id="R73b7e1e6a5cf4c9d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df833cba4fe140e7" /><Relationship Type="http://schemas.openxmlformats.org/officeDocument/2006/relationships/notesMaster" Target="/ppt/notesMasters/notesMaster1.xml" Id="R7e5aa30412ea4b55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5b25f60881624c24" /><Relationship Type="http://schemas.openxmlformats.org/officeDocument/2006/relationships/notesMaster" Target="/ppt/notesMasters/notesMaster1.xml" Id="R2df11d47c98a4971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945725ad76a547d3" /><Relationship Type="http://schemas.openxmlformats.org/officeDocument/2006/relationships/notesMaster" Target="/ppt/notesMasters/notesMaster1.xml" Id="R74fde576aecd4cfd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da5c515255c24dad" /><Relationship Type="http://schemas.openxmlformats.org/officeDocument/2006/relationships/notesMaster" Target="/ppt/notesMasters/notesMaster1.xml" Id="R9ccb9968164443e2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860e7d98550b4288" /><Relationship Type="http://schemas.openxmlformats.org/officeDocument/2006/relationships/notesMaster" Target="/ppt/notesMasters/notesMaster1.xml" Id="R15ba2a3a6a844728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39d33e46db0f4e15" /><Relationship Type="http://schemas.openxmlformats.org/officeDocument/2006/relationships/notesMaster" Target="/ppt/notesMasters/notesMaster1.xml" Id="Rb21f4a5471c34c3e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ac097b2dbb04776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c0585f7a2834981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8174d865cb94e4b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1c376d942f944a0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a73ea6c5e18428d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5f5ae6f7bc54853" /></Relationships>
</file>

<file path=ppt/slideLayouts/_rels/slideLayout7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4c3e3bee5f34f79" /><Relationship Type="http://schemas.openxmlformats.org/officeDocument/2006/relationships/image" Target="/ppt/media/image.emf" Id="Rbcb43790ba824dbf" /><Relationship Type="http://schemas.openxmlformats.org/officeDocument/2006/relationships/image" Target="/ppt/media/image2.emf" Id="R788942cbbca741f0" /></Relationships>
</file>

<file path=ppt/slideLayouts/_rels/slideLayout8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7e52c42c00b4f16" /></Relationships>
</file>

<file path=ppt/slideLayouts/_rels/slideLayout9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a338e52d85a4ef2" /></Relationships>
</file>

<file path=ppt/slideLayouts/slideLayout1.xml><?xml version="1.0" encoding="utf-8"?>
<p:sldLayout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B8E6A9AF-EE82-4F9D-BB3E-5E1B5DC50261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>
          <a:xfrm xmlns:a="http://schemas.openxmlformats.org/drawingml/2006/main">
            <a:off x="1524000" y="1122363"/>
            <a:ext cx="9144000" cy="2387600"/>
          </a:xfrm>
        </p:spPr>
        <p:txBody>
          <a:bodyPr xmlns:a="http://schemas.openxmlformats.org/drawingml/2006/main" anchor="b"/>
          <a:lstStyle xmlns:a="http://schemas.openxmlformats.org/drawingml/2006/main">
            <a:lvl1pPr algn="ctr">
              <a:buNone/>
              <a:defRPr sz="6000"/>
            </a:lvl1pPr>
          </a:lstStyle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Subtitle 2">
            <a:extLst xmlns:a="http://schemas.openxmlformats.org/drawingml/2006/main">
              <a:ext uri="{FF2B5EF4-FFF2-40B4-BE49-F238E27FC236}">
                <a16:creationId xmlns:a16="http://schemas.microsoft.com/office/drawing/2014/main" id="{AF4738BA-F62E-4023-AF58-E5197A4D8462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524000" y="3602038"/>
            <a:ext cx="9144000" cy="1655762"/>
          </a:xfrm>
        </p:spPr>
        <p:txBody>
          <a:bodyPr xmlns:a="http://schemas.openxmlformats.org/drawingml/2006/main"/>
          <a:lstStyle xmlns:a="http://schemas.openxmlformats.org/drawingml/2006/main"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 xmlns:a="http://schemas.openxmlformats.org/drawingml/2006/main">
            <a:r>
              <a:t>Click to edit Master subtitle style</a:t>
            </a:r>
          </a:p>
        </p:txBody>
      </p:sp>
    </p:spTree>
  </p:cSld>
</p:sldLayout>
</file>

<file path=ppt/slideLayouts/slideLayout2.xml><?xml version="1.0" encoding="utf-8"?>
<p:sldLayout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5292A8D3-EB0A-49F1-B075-C1AC6F74CC3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C5562FF5-9F7C-4E52-8791-6AC596501E46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</a:pPr>
            <a:r>
              <a:t>Click to edit Master text styles</a:t>
            </a:r>
          </a:p>
          <a:p xmlns:a="http://schemas.openxmlformats.org/drawingml/2006/main">
            <a:pPr>
              <a:buNone/>
            </a:pPr>
            <a:r>
              <a:t>Second level</a:t>
            </a:r>
          </a:p>
          <a:p xmlns:a="http://schemas.openxmlformats.org/drawingml/2006/main">
            <a:pPr>
              <a:buNone/>
            </a:pPr>
            <a:r>
              <a:t>Third level</a:t>
            </a:r>
          </a:p>
          <a:p xmlns:a="http://schemas.openxmlformats.org/drawingml/2006/main">
            <a:pPr>
              <a:buNone/>
            </a:pPr>
            <a:r>
              <a:t>Fourth level</a:t>
            </a:r>
          </a:p>
          <a:p xmlns:a="http://schemas.openxmlformats.org/drawingml/2006/main">
            <a:pPr>
              <a:buNone/>
            </a:pPr>
            <a:r>
              <a:t>Fifth level</a:t>
            </a:r>
          </a:p>
        </p:txBody>
      </p:sp>
    </p:spTree>
  </p:cSld>
</p:sldLayout>
</file>

<file path=ppt/slideLayouts/slideLayout3.xml><?xml version="1.0" encoding="utf-8"?>
<p:sldLayout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68F72187-22C4-40E0-88BD-D0AD9F188CE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1850" y="1709738"/>
            <a:ext cx="10515600" cy="2852737"/>
          </a:xfrm>
        </p:spPr>
        <p:txBody>
          <a:bodyPr xmlns:a="http://schemas.openxmlformats.org/drawingml/2006/main" anchor="b"/>
          <a:lstStyle xmlns:a="http://schemas.openxmlformats.org/drawingml/2006/main">
            <a:lvl1pPr>
              <a:buNone/>
              <a:defRPr sz="6000"/>
            </a:lvl1pPr>
          </a:lstStyle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565DBB89-D54B-4941-BE8A-7EC2EAFF4191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1850" y="4589463"/>
            <a:ext cx="10515600" cy="1500187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 xmlns:a="http://schemas.openxmlformats.org/drawingml/2006/main">
            <a:pPr>
              <a:buNone/>
            </a:pPr>
            <a:r>
              <a:t>Click to edit Master text styles</a:t>
            </a:r>
          </a:p>
        </p:txBody>
      </p:sp>
    </p:spTree>
  </p:cSld>
</p:sldLayout>
</file>

<file path=ppt/slideLayouts/slideLayout4.xml><?xml version="1.0" encoding="utf-8"?>
<p:sldLayout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E0642D3C-AB2A-4797-B646-17F42768313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88DE16D1-4974-4D99-98E6-A764A69535F2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838200" y="1825625"/>
            <a:ext cx="5181600" cy="435133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</a:pPr>
            <a:r>
              <a:t>Click to edit Master text styles</a:t>
            </a:r>
          </a:p>
          <a:p xmlns:a="http://schemas.openxmlformats.org/drawingml/2006/main">
            <a:pPr>
              <a:buNone/>
            </a:pPr>
            <a:r>
              <a:t>Second level</a:t>
            </a:r>
          </a:p>
          <a:p xmlns:a="http://schemas.openxmlformats.org/drawingml/2006/main">
            <a:pPr>
              <a:buNone/>
            </a:pPr>
            <a:r>
              <a:t>Third level</a:t>
            </a:r>
          </a:p>
          <a:p xmlns:a="http://schemas.openxmlformats.org/drawingml/2006/main">
            <a:pPr>
              <a:buNone/>
            </a:pPr>
            <a:r>
              <a:t>Fourth level</a:t>
            </a:r>
          </a:p>
          <a:p xmlns:a="http://schemas.openxmlformats.org/drawingml/2006/main">
            <a:pPr>
              <a:buNone/>
            </a:pPr>
            <a:r>
              <a:t>Fifth level</a:t>
            </a:r>
          </a:p>
        </p:txBody>
      </p:sp>
      <p:sp>
        <p:nvSpPr>
          <p:cNvPr id="4" name="Content Placeholder 3">
            <a:extLst xmlns:a="http://schemas.openxmlformats.org/drawingml/2006/main">
              <a:ext uri="{FF2B5EF4-FFF2-40B4-BE49-F238E27FC236}">
                <a16:creationId xmlns:a16="http://schemas.microsoft.com/office/drawing/2014/main" id="{59B133D1-7887-4D59-AB5F-7ACD7183359E}"/>
              </a:ext>
            </a:extLst>
          </p:cNvPr>
          <p:cNvSpPr>
            <a:spLocks xmlns:a="http://schemas.openxmlformats.org/drawingml/2006/main" noGrp="1"/>
          </p:cNvSpPr>
          <p:nvPr>
            <p:ph idx="2"/>
          </p:nvPr>
        </p:nvSpPr>
        <p:spPr>
          <a:xfrm xmlns:a="http://schemas.openxmlformats.org/drawingml/2006/main">
            <a:off x="6172200" y="1825625"/>
            <a:ext cx="5181600" cy="435133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</a:pPr>
            <a:r>
              <a:t>Click to edit Master text styles</a:t>
            </a:r>
          </a:p>
          <a:p xmlns:a="http://schemas.openxmlformats.org/drawingml/2006/main">
            <a:pPr>
              <a:buNone/>
            </a:pPr>
            <a:r>
              <a:t>Second level</a:t>
            </a:r>
          </a:p>
          <a:p xmlns:a="http://schemas.openxmlformats.org/drawingml/2006/main">
            <a:pPr>
              <a:buNone/>
            </a:pPr>
            <a:r>
              <a:t>Third level</a:t>
            </a:r>
          </a:p>
          <a:p xmlns:a="http://schemas.openxmlformats.org/drawingml/2006/main">
            <a:pPr>
              <a:buNone/>
            </a:pPr>
            <a:r>
              <a:t>Fourth level</a:t>
            </a:r>
          </a:p>
          <a:p xmlns:a="http://schemas.openxmlformats.org/drawingml/2006/main">
            <a:pPr>
              <a:buNone/>
            </a:pPr>
            <a:r>
              <a:t>Fifth level</a:t>
            </a:r>
          </a:p>
        </p:txBody>
      </p:sp>
    </p:spTree>
  </p:cSld>
</p:sldLayout>
</file>

<file path=ppt/slideLayouts/slideLayout5.xml><?xml version="1.0" encoding="utf-8"?>
<p:sldLayout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5A4B5E96-DA46-4265-9B44-84CEB02E893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9788" y="365125"/>
            <a:ext cx="10515600" cy="1325563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0EC9258D-13C6-4057-9FBD-043611AB56DC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9788" y="1681163"/>
            <a:ext cx="5157787" cy="823912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 xmlns:a="http://schemas.openxmlformats.org/drawingml/2006/main">
            <a:pPr>
              <a:buNone/>
            </a:pPr>
            <a:r>
              <a:t>Click to edit Master text styles</a:t>
            </a:r>
          </a:p>
        </p:txBody>
      </p:sp>
      <p:sp>
        <p:nvSpPr>
          <p:cNvPr id="4" name="Content Placeholder 3">
            <a:extLst xmlns:a="http://schemas.openxmlformats.org/drawingml/2006/main">
              <a:ext uri="{FF2B5EF4-FFF2-40B4-BE49-F238E27FC236}">
                <a16:creationId xmlns:a16="http://schemas.microsoft.com/office/drawing/2014/main" id="{2B50CF50-D5EF-4B48-AF9E-95892ACEC215}"/>
              </a:ext>
            </a:extLst>
          </p:cNvPr>
          <p:cNvSpPr>
            <a:spLocks xmlns:a="http://schemas.openxmlformats.org/drawingml/2006/main" noGrp="1"/>
          </p:cNvSpPr>
          <p:nvPr>
            <p:ph idx="2"/>
          </p:nvPr>
        </p:nvSpPr>
        <p:spPr>
          <a:xfrm xmlns:a="http://schemas.openxmlformats.org/drawingml/2006/main">
            <a:off x="839788" y="2505075"/>
            <a:ext cx="5157787" cy="368458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</a:pPr>
            <a:r>
              <a:t>Click to edit Master text styles</a:t>
            </a:r>
          </a:p>
          <a:p xmlns:a="http://schemas.openxmlformats.org/drawingml/2006/main">
            <a:pPr>
              <a:buNone/>
            </a:pPr>
            <a:r>
              <a:t>Second level</a:t>
            </a:r>
          </a:p>
          <a:p xmlns:a="http://schemas.openxmlformats.org/drawingml/2006/main">
            <a:pPr>
              <a:buNone/>
            </a:pPr>
            <a:r>
              <a:t>Third level</a:t>
            </a:r>
          </a:p>
          <a:p xmlns:a="http://schemas.openxmlformats.org/drawingml/2006/main">
            <a:pPr>
              <a:buNone/>
            </a:pPr>
            <a:r>
              <a:t>Fourth level</a:t>
            </a:r>
          </a:p>
          <a:p xmlns:a="http://schemas.openxmlformats.org/drawingml/2006/main">
            <a:pPr>
              <a:buNone/>
            </a:pPr>
            <a:r>
              <a:t>Fifth level</a:t>
            </a:r>
          </a:p>
        </p:txBody>
      </p:sp>
      <p:sp>
        <p:nvSpPr>
          <p:cNvPr id="5" name="Text Placeholder 4">
            <a:extLst xmlns:a="http://schemas.openxmlformats.org/drawingml/2006/main">
              <a:ext uri="{FF2B5EF4-FFF2-40B4-BE49-F238E27FC236}">
                <a16:creationId xmlns:a16="http://schemas.microsoft.com/office/drawing/2014/main" id="{DBBD992D-F4C7-4079-90E7-8EC0D557315C}"/>
              </a:ext>
            </a:extLst>
          </p:cNvPr>
          <p:cNvSpPr>
            <a:spLocks xmlns:a="http://schemas.openxmlformats.org/drawingml/2006/main" noGrp="1"/>
          </p:cNvSpPr>
          <p:nvPr>
            <p:ph type="body" idx="3"/>
          </p:nvPr>
        </p:nvSpPr>
        <p:spPr>
          <a:xfrm xmlns:a="http://schemas.openxmlformats.org/drawingml/2006/main">
            <a:off x="6172200" y="1681163"/>
            <a:ext cx="5183188" cy="823912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 xmlns:a="http://schemas.openxmlformats.org/drawingml/2006/main">
            <a:pPr>
              <a:buNone/>
            </a:pPr>
            <a:r>
              <a:t>Click to edit Master text styles</a:t>
            </a:r>
          </a:p>
        </p:txBody>
      </p:sp>
      <p:sp>
        <p:nvSpPr>
          <p:cNvPr id="6" name="Content Placeholder 5">
            <a:extLst xmlns:a="http://schemas.openxmlformats.org/drawingml/2006/main">
              <a:ext uri="{FF2B5EF4-FFF2-40B4-BE49-F238E27FC236}">
                <a16:creationId xmlns:a16="http://schemas.microsoft.com/office/drawing/2014/main" id="{0E677DA0-30AC-4C00-8BD7-08D919567266}"/>
              </a:ext>
            </a:extLst>
          </p:cNvPr>
          <p:cNvSpPr>
            <a:spLocks xmlns:a="http://schemas.openxmlformats.org/drawingml/2006/main" noGrp="1"/>
          </p:cNvSpPr>
          <p:nvPr>
            <p:ph idx="4"/>
          </p:nvPr>
        </p:nvSpPr>
        <p:spPr>
          <a:xfrm xmlns:a="http://schemas.openxmlformats.org/drawingml/2006/main">
            <a:off x="6172200" y="2505075"/>
            <a:ext cx="5183188" cy="368458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</a:pPr>
            <a:r>
              <a:t>Click to edit Master text styles</a:t>
            </a:r>
          </a:p>
          <a:p xmlns:a="http://schemas.openxmlformats.org/drawingml/2006/main">
            <a:pPr>
              <a:buNone/>
            </a:pPr>
            <a:r>
              <a:t>Second level</a:t>
            </a:r>
          </a:p>
          <a:p xmlns:a="http://schemas.openxmlformats.org/drawingml/2006/main">
            <a:pPr>
              <a:buNone/>
            </a:pPr>
            <a:r>
              <a:t>Third level</a:t>
            </a:r>
          </a:p>
          <a:p xmlns:a="http://schemas.openxmlformats.org/drawingml/2006/main">
            <a:pPr>
              <a:buNone/>
            </a:pPr>
            <a:r>
              <a:t>Fourth level</a:t>
            </a:r>
          </a:p>
          <a:p xmlns:a="http://schemas.openxmlformats.org/drawingml/2006/main">
            <a:pPr>
              <a:buNone/>
            </a:pPr>
            <a:r>
              <a:t>Fifth level</a:t>
            </a:r>
          </a:p>
        </p:txBody>
      </p:sp>
    </p:spTree>
  </p:cSld>
</p:sldLayout>
</file>

<file path=ppt/slideLayouts/slideLayout6.xml><?xml version="1.0" encoding="utf-8"?>
<p:sldLayout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1C4460DA-DB52-487D-87FD-9621BB57795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</p:spTree>
  </p:cSld>
</p:sldLayout>
</file>

<file path=ppt/slideLayouts/slideLayout7.xml><?xml version="1.0" encoding="utf-8"?>
<p:sldLayout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FF99FC14-DA42-40E6-B97F-90E033DD628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9788" y="457200"/>
            <a:ext cx="3932237" cy="1600200"/>
          </a:xfrm>
        </p:spPr>
        <p:txBody>
          <a:bodyPr xmlns:a="http://schemas.openxmlformats.org/drawingml/2006/main" anchor="b"/>
          <a:lstStyle xmlns:a="http://schemas.openxmlformats.org/drawingml/2006/main">
            <a:lvl1pPr>
              <a:buNone/>
              <a:defRPr sz="3200"/>
            </a:lvl1pPr>
          </a:lstStyle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BF843E38-3C07-48A6-A38F-7A174332B63C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5183188" y="987425"/>
            <a:ext cx="6172200" cy="4873625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3200"/>
            </a:lvl1pPr>
            <a:lvl2pPr>
              <a:buNone/>
              <a:defRPr sz="2800"/>
            </a:lvl2pPr>
            <a:lvl3pPr>
              <a:buNone/>
              <a:defRPr sz="2400"/>
            </a:lvl3pPr>
            <a:lvl4pPr>
              <a:buNone/>
              <a:defRPr sz="2000"/>
            </a:lvl4pPr>
            <a:lvl5pPr>
              <a:buNone/>
              <a:defRPr sz="2000"/>
            </a:lvl5pPr>
            <a:lvl6pPr>
              <a:buNone/>
              <a:defRPr sz="2000"/>
            </a:lvl6pPr>
            <a:lvl7pPr>
              <a:buNone/>
              <a:defRPr sz="2000"/>
            </a:lvl7pPr>
            <a:lvl8pPr>
              <a:buNone/>
              <a:defRPr sz="2000"/>
            </a:lvl8pPr>
            <a:lvl9pPr>
              <a:buNone/>
              <a:defRPr sz="2000"/>
            </a:lvl9pPr>
          </a:lstStyle>
          <a:p xmlns:a="http://schemas.openxmlformats.org/drawingml/2006/main">
            <a:pPr>
              <a:buNone/>
            </a:pPr>
            <a:r>
              <a:t>Click to edit Master text styles</a:t>
            </a:r>
          </a:p>
          <a:p xmlns:a="http://schemas.openxmlformats.org/drawingml/2006/main">
            <a:pPr>
              <a:buNone/>
            </a:pPr>
            <a:r>
              <a:t>Second level</a:t>
            </a:r>
          </a:p>
          <a:p xmlns:a="http://schemas.openxmlformats.org/drawingml/2006/main">
            <a:pPr>
              <a:buNone/>
            </a:pPr>
            <a:r>
              <a:t>Third level</a:t>
            </a:r>
          </a:p>
          <a:p xmlns:a="http://schemas.openxmlformats.org/drawingml/2006/main">
            <a:pPr>
              <a:buNone/>
            </a:pPr>
            <a:r>
              <a:t>Fourth level</a:t>
            </a:r>
          </a:p>
          <a:p xmlns:a="http://schemas.openxmlformats.org/drawingml/2006/main">
            <a:pPr>
              <a:buNone/>
            </a:pPr>
            <a:r>
              <a:t>Fifth level</a:t>
            </a:r>
          </a:p>
        </p:txBody>
      </p:sp>
      <p:sp>
        <p:nvSpPr>
          <p:cNvPr id="4" name="Text Placeholder 3">
            <a:extLst xmlns:a="http://schemas.openxmlformats.org/drawingml/2006/main">
              <a:ext uri="{FF2B5EF4-FFF2-40B4-BE49-F238E27FC236}">
                <a16:creationId xmlns:a16="http://schemas.microsoft.com/office/drawing/2014/main" id="{EC1AA0F0-12A7-4477-B205-96ACFC860BD7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839788" y="2057400"/>
            <a:ext cx="3932237" cy="3811588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 xmlns:a="http://schemas.openxmlformats.org/drawingml/2006/main">
            <a:pPr>
              <a:buNone/>
            </a:pPr>
            <a:r>
              <a:t>Click to edit Master text styles</a:t>
            </a:r>
          </a:p>
        </p:txBody>
      </p:sp>
      <p:sp>
        <p:nvSpPr>
          <p:cNvPr id="10" name="Rectangle 9">
            <a:extLst xmlns:a="http://schemas.openxmlformats.org/drawingml/2006/main">
              <a:ext uri="{FF2B5EF4-FFF2-40B4-BE49-F238E27FC236}">
                <a16:creationId xmlns:a16="http://schemas.microsoft.com/office/drawing/2014/main" id="{4722B9D1-5678-4AF9-B5C8-CBDE4C6F6A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0" y="6353547"/>
            <a:ext cx="12192000" cy="504453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bg1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1" name="Triangle 10">
            <a:extLst xmlns:a="http://schemas.openxmlformats.org/drawingml/2006/main">
              <a:ext uri="{FF2B5EF4-FFF2-40B4-BE49-F238E27FC236}">
                <a16:creationId xmlns:a16="http://schemas.microsoft.com/office/drawing/2014/main" id="{643FC301-DE56-49F4-89CD-0B56426B79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99810" y="6103973"/>
            <a:ext cx="1057836" cy="541128"/>
          </a:xfrm>
          <a:prstGeom xmlns:a="http://schemas.openxmlformats.org/drawingml/2006/main" prst="triangle">
            <a:avLst/>
          </a:prstGeom>
          <a:solidFill xmlns:a="http://schemas.openxmlformats.org/drawingml/2006/main">
            <a:schemeClr val="bg1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pic>
        <p:nvPicPr>
          <p:cNvPr id="12" name="Picture 1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cb43790ba824dbf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0" flipH="0" flipV="0">
            <a:off x="10168476" y="6561997"/>
            <a:ext cx="1800224" cy="125128"/>
          </a:xfrm>
          <a:prstGeom xmlns:a="http://schemas.openxmlformats.org/drawingml/2006/main" prst="rect">
            <a:avLst/>
          </a:prstGeom>
        </p:spPr>
      </p:pic>
      <p:pic>
        <p:nvPicPr>
          <p:cNvPr id="13" name="Picture 1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88942cbbca741f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0" flipH="0" flipV="0">
            <a:off x="219176" y="6509469"/>
            <a:ext cx="2248720" cy="230184"/>
          </a:xfrm>
          <a:prstGeom xmlns:a="http://schemas.openxmlformats.org/drawingml/2006/main" prst="rect">
            <a:avLst/>
          </a:prstGeom>
        </p:spPr>
      </p:pic>
      <p:sp>
        <p:nvSpPr>
          <p:cNvPr id="15" name="Rectangle 14">
            <a:extLst xmlns:a="http://schemas.openxmlformats.org/drawingml/2006/main">
              <a:ext uri="{FF2B5EF4-FFF2-40B4-BE49-F238E27FC236}">
                <a16:creationId xmlns:a16="http://schemas.microsoft.com/office/drawing/2014/main" id="{D5BB00A3-7B87-415B-BB17-8C1D518D64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0" y="6353547"/>
            <a:ext cx="12192000" cy="504453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bg1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6" name="Triangle 15">
            <a:extLst xmlns:a="http://schemas.openxmlformats.org/drawingml/2006/main">
              <a:ext uri="{FF2B5EF4-FFF2-40B4-BE49-F238E27FC236}">
                <a16:creationId xmlns:a16="http://schemas.microsoft.com/office/drawing/2014/main" id="{111E12B4-14F3-428B-AE6C-30E823F41A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99810" y="6103973"/>
            <a:ext cx="1057836" cy="541128"/>
          </a:xfrm>
          <a:prstGeom xmlns:a="http://schemas.openxmlformats.org/drawingml/2006/main" prst="triangle">
            <a:avLst/>
          </a:prstGeom>
          <a:solidFill xmlns:a="http://schemas.openxmlformats.org/drawingml/2006/main">
            <a:schemeClr val="bg1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pic>
        <p:nvPicPr>
          <p:cNvPr id="17" name="Picture 1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cb43790ba824dbf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0" flipH="0" flipV="0">
            <a:off x="10168476" y="6561997"/>
            <a:ext cx="1800224" cy="125128"/>
          </a:xfrm>
          <a:prstGeom xmlns:a="http://schemas.openxmlformats.org/drawingml/2006/main" prst="rect">
            <a:avLst/>
          </a:prstGeom>
        </p:spPr>
      </p:pic>
      <p:pic>
        <p:nvPicPr>
          <p:cNvPr id="18" name="Picture 17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88942cbbca741f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0" flipH="0" flipV="0">
            <a:off x="219176" y="6509469"/>
            <a:ext cx="2248720" cy="230184"/>
          </a:xfrm>
          <a:prstGeom xmlns:a="http://schemas.openxmlformats.org/drawingml/2006/main" prst="rect">
            <a:avLst/>
          </a:prstGeom>
        </p:spPr>
      </p:pic>
    </p:spTree>
  </p:cSld>
</p:sldLayout>
</file>

<file path=ppt/slideLayouts/slideLayout8.xml><?xml version="1.0" encoding="utf-8"?>
<p:sldLayout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EF0B5028-EEA2-47C5-BF91-2D937209032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9788" y="457200"/>
            <a:ext cx="3932237" cy="1600200"/>
          </a:xfrm>
        </p:spPr>
        <p:txBody>
          <a:bodyPr xmlns:a="http://schemas.openxmlformats.org/drawingml/2006/main" anchor="b"/>
          <a:lstStyle xmlns:a="http://schemas.openxmlformats.org/drawingml/2006/main">
            <a:lvl1pPr>
              <a:buNone/>
              <a:defRPr sz="3200"/>
            </a:lvl1pPr>
          </a:lstStyle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Picture Placeholder 2">
            <a:extLst xmlns:a="http://schemas.openxmlformats.org/drawingml/2006/main">
              <a:ext uri="{FF2B5EF4-FFF2-40B4-BE49-F238E27FC236}">
                <a16:creationId xmlns:a16="http://schemas.microsoft.com/office/drawing/2014/main" id="{AA182BE8-51D6-4F59-BFB1-858FF38364D4}"/>
              </a:ext>
            </a:extLst>
          </p:cNvPr>
          <p:cNvSpPr>
            <a:spLocks xmlns:a="http://schemas.openxmlformats.org/drawingml/2006/main" noGrp="1"/>
          </p:cNvSpPr>
          <p:nvPr>
            <p:ph type="pic" idx="1"/>
          </p:nvPr>
        </p:nvSpPr>
        <p:spPr>
          <a:xfrm xmlns:a="http://schemas.openxmlformats.org/drawingml/2006/main">
            <a:off x="5183188" y="987425"/>
            <a:ext cx="6172200" cy="4873625"/>
          </a:xfrm>
        </p:spPr>
        <p:txBody>
          <a:bodyPr xmlns:a="http://schemas.openxmlformats.org/drawingml/2006/main" anchor="t"/>
          <a:lstStyle xmlns:a="http://schemas.openxmlformats.org/drawingml/2006/main"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 xmlns:a="http://schemas.openxmlformats.org/drawingml/2006/main">
            <a:r>
              <a:t>Drag picture to placeholder or click icon to add</a:t>
            </a:r>
          </a:p>
        </p:txBody>
      </p:sp>
      <p:sp>
        <p:nvSpPr>
          <p:cNvPr id="4" name="Text Placeholder 3">
            <a:extLst xmlns:a="http://schemas.openxmlformats.org/drawingml/2006/main">
              <a:ext uri="{FF2B5EF4-FFF2-40B4-BE49-F238E27FC236}">
                <a16:creationId xmlns:a16="http://schemas.microsoft.com/office/drawing/2014/main" id="{01509EE9-3B8A-4A44-A53E-FD716F53B8E5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839788" y="2057400"/>
            <a:ext cx="3932237" cy="3811588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 xmlns:a="http://schemas.openxmlformats.org/drawingml/2006/main">
            <a:pPr>
              <a:buNone/>
            </a:pPr>
            <a:r>
              <a:t>Click to edit Master text styles</a:t>
            </a:r>
          </a:p>
        </p:txBody>
      </p:sp>
    </p:spTree>
  </p:cSld>
</p:sldLayout>
</file>

<file path=ppt/slideLayouts/slideLayout9.xml><?xml version="1.0" encoding="utf-8"?>
<p:sldLayout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image" Target="/ppt/media/image.emf" Id="R886d6b00d457400d" /><Relationship Type="http://schemas.openxmlformats.org/officeDocument/2006/relationships/image" Target="/ppt/media/image2.emf" Id="R4bab20c148b4455d" /><Relationship Type="http://schemas.openxmlformats.org/officeDocument/2006/relationships/theme" Target="/ppt/slideMasters/theme/theme2.xml" Id="R745335b0f5d54d28" /><Relationship Type="http://schemas.openxmlformats.org/officeDocument/2006/relationships/slideLayout" Target="/ppt/slideLayouts/slideLayout1.xml" Id="Raaff309eb3d944fe" /><Relationship Type="http://schemas.openxmlformats.org/officeDocument/2006/relationships/slideLayout" Target="/ppt/slideLayouts/slideLayout2.xml" Id="Rdd4f2da6c7d04ead" /><Relationship Type="http://schemas.openxmlformats.org/officeDocument/2006/relationships/slideLayout" Target="/ppt/slideLayouts/slideLayout3.xml" Id="Rf417f0dbea2b4cec" /><Relationship Type="http://schemas.openxmlformats.org/officeDocument/2006/relationships/slideLayout" Target="/ppt/slideLayouts/slideLayout4.xml" Id="R3ed72d7a3ac34615" /><Relationship Type="http://schemas.openxmlformats.org/officeDocument/2006/relationships/slideLayout" Target="/ppt/slideLayouts/slideLayout5.xml" Id="R9600a8ccd98a4bc3" /><Relationship Type="http://schemas.openxmlformats.org/officeDocument/2006/relationships/slideLayout" Target="/ppt/slideLayouts/slideLayout6.xml" Id="Rf7507c010abe485b" /><Relationship Type="http://schemas.openxmlformats.org/officeDocument/2006/relationships/slideLayout" Target="/ppt/slideLayouts/slideLayout7.xml" Id="Rcc70301094104853" /><Relationship Type="http://schemas.openxmlformats.org/officeDocument/2006/relationships/slideLayout" Target="/ppt/slideLayouts/slideLayout8.xml" Id="R92a6c21ae8ca4591" /><Relationship Type="http://schemas.openxmlformats.org/officeDocument/2006/relationships/slideLayout" Target="/ppt/slideLayouts/slideLayout9.xml" Id="R3f13f6c73b444f70" /></Relationships>
</file>

<file path=ppt/slideMasters/slideMaster1.xml><?xml version="1.0" encoding="utf-8"?>
<p:sldMaster xmlns:p="http://schemas.openxmlformats.org/presentationml/2006/main">
  <p:cSld>
    <p:bg>
      <p:bgPr>
        <a:gradFill xmlns:a="http://schemas.openxmlformats.org/drawingml/2006/main" rotWithShape="1">
          <a:gsLst>
            <a:gs pos="0">
              <a:schemeClr val="bg1">
                <a:lumMod val="90000"/>
              </a:schemeClr>
            </a:gs>
            <a:gs pos="100000">
              <a:schemeClr val="bg1">
                <a:lumMod val="88000"/>
                <a:lumOff val="12000"/>
              </a:schemeClr>
            </a:gs>
          </a:gsLst>
          <a:lin ang="16200000" scaled="1"/>
          <a:tileRect/>
        </a:gra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Placeholder 1">
            <a:extLst xmlns:a="http://schemas.openxmlformats.org/drawingml/2006/main">
              <a:ext uri="{FF2B5EF4-FFF2-40B4-BE49-F238E27FC236}">
                <a16:creationId xmlns:a16="http://schemas.microsoft.com/office/drawing/2014/main" id="{4192E618-68AB-4D6B-A13B-3C3C65FD027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8200" y="736600"/>
            <a:ext cx="10515600" cy="95408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>
            <a:normAutofit/>
          </a:bodyPr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7B955BFD-5CDB-46CF-8362-C94ABEE6F8BF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8200" y="1825625"/>
            <a:ext cx="10515600" cy="39020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>
            <a:normAutofit/>
          </a:bodyPr>
          <a:lstStyle xmlns:a="http://schemas.openxmlformats.org/drawingml/2006/main"/>
          <a:p xmlns:a="http://schemas.openxmlformats.org/drawingml/2006/main">
            <a:pPr>
              <a:buNone/>
            </a:pPr>
            <a:r>
              <a:t>Click to edit Master text styles</a:t>
            </a:r>
          </a:p>
          <a:p xmlns:a="http://schemas.openxmlformats.org/drawingml/2006/main">
            <a:pPr>
              <a:buNone/>
            </a:pPr>
            <a:r>
              <a:t>Second level</a:t>
            </a:r>
          </a:p>
          <a:p xmlns:a="http://schemas.openxmlformats.org/drawingml/2006/main">
            <a:pPr>
              <a:buNone/>
            </a:pPr>
            <a:r>
              <a:t>Third level</a:t>
            </a:r>
          </a:p>
          <a:p xmlns:a="http://schemas.openxmlformats.org/drawingml/2006/main">
            <a:pPr>
              <a:buNone/>
            </a:pPr>
            <a:r>
              <a:t>Fourth level</a:t>
            </a:r>
          </a:p>
          <a:p xmlns:a="http://schemas.openxmlformats.org/drawingml/2006/main">
            <a:pPr>
              <a:buNone/>
            </a:pPr>
            <a:r>
              <a:t>Fifth level</a:t>
            </a:r>
          </a:p>
        </p:txBody>
      </p:sp>
      <p:sp>
        <p:nvSpPr>
          <p:cNvPr id="8" name="Rectangle 7">
            <a:extLst xmlns:a="http://schemas.openxmlformats.org/drawingml/2006/main">
              <a:ext uri="{FF2B5EF4-FFF2-40B4-BE49-F238E27FC236}">
                <a16:creationId xmlns:a16="http://schemas.microsoft.com/office/drawing/2014/main" id="{9389A590-1F35-4206-8125-C0D1238A7B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0" y="6353547"/>
            <a:ext cx="12192000" cy="504453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bg1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9" name="Triangle 8">
            <a:extLst xmlns:a="http://schemas.openxmlformats.org/drawingml/2006/main">
              <a:ext uri="{FF2B5EF4-FFF2-40B4-BE49-F238E27FC236}">
                <a16:creationId xmlns:a16="http://schemas.microsoft.com/office/drawing/2014/main" id="{A58F1254-6D5F-4872-B9A6-78399060AC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99810" y="6103973"/>
            <a:ext cx="1057836" cy="541128"/>
          </a:xfrm>
          <a:prstGeom xmlns:a="http://schemas.openxmlformats.org/drawingml/2006/main" prst="triangle">
            <a:avLst/>
          </a:prstGeom>
          <a:solidFill xmlns:a="http://schemas.openxmlformats.org/drawingml/2006/main">
            <a:schemeClr val="bg1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pic>
        <p:nvPicPr>
          <p:cNvPr id="23" name="Picture 9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86d6b00d457400d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0" flipH="0" flipV="0">
            <a:off x="10168476" y="6561997"/>
            <a:ext cx="1800224" cy="125128"/>
          </a:xfrm>
          <a:prstGeom xmlns:a="http://schemas.openxmlformats.org/drawingml/2006/main" prst="rect">
            <a:avLst/>
          </a:prstGeom>
        </p:spPr>
      </p:pic>
      <p:pic>
        <p:nvPicPr>
          <p:cNvPr id="24" name="Picture 1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bab20c148b4455d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0" flipH="0" flipV="0">
            <a:off x="219176" y="6509469"/>
            <a:ext cx="2248720" cy="230184"/>
          </a:xfrm>
          <a:prstGeom xmlns:a="http://schemas.openxmlformats.org/drawingml/2006/main" prst="rect">
            <a:avLst/>
          </a:prstGeom>
        </p:spPr>
      </p:pic>
      <p:sp>
        <p:nvSpPr>
          <p:cNvPr id="13" name="Rectangle 12">
            <a:extLst xmlns:a="http://schemas.openxmlformats.org/drawingml/2006/main">
              <a:ext uri="{FF2B5EF4-FFF2-40B4-BE49-F238E27FC236}">
                <a16:creationId xmlns:a16="http://schemas.microsoft.com/office/drawing/2014/main" id="{1B948803-14BA-4CD5-B3A4-94E5DCB208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0" y="6365206"/>
            <a:ext cx="12191999" cy="492794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bg1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4" name="Triangle 13">
            <a:extLst xmlns:a="http://schemas.openxmlformats.org/drawingml/2006/main">
              <a:ext uri="{FF2B5EF4-FFF2-40B4-BE49-F238E27FC236}">
                <a16:creationId xmlns:a16="http://schemas.microsoft.com/office/drawing/2014/main" id="{4E2EE96D-B607-4D0C-82AA-0E80E60E6D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99809" y="6121400"/>
            <a:ext cx="1057835" cy="528621"/>
          </a:xfrm>
          <a:prstGeom xmlns:a="http://schemas.openxmlformats.org/drawingml/2006/main" prst="triangle">
            <a:avLst/>
          </a:prstGeom>
          <a:solidFill xmlns:a="http://schemas.openxmlformats.org/drawingml/2006/main">
            <a:schemeClr val="bg1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pic>
        <p:nvPicPr>
          <p:cNvPr id="27" name="Picture 1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86d6b00d457400d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0" flipH="0" flipV="0">
            <a:off x="10168475" y="6568838"/>
            <a:ext cx="1800223" cy="122236"/>
          </a:xfrm>
          <a:prstGeom xmlns:a="http://schemas.openxmlformats.org/drawingml/2006/main" prst="rect">
            <a:avLst/>
          </a:prstGeom>
        </p:spPr>
      </p:pic>
      <p:pic>
        <p:nvPicPr>
          <p:cNvPr id="28" name="Picture 15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bab20c148b4455d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0" flipH="0" flipV="0">
            <a:off x="219175" y="6517524"/>
            <a:ext cx="2248719" cy="224864"/>
          </a:xfrm>
          <a:prstGeom xmlns:a="http://schemas.openxmlformats.org/drawingml/2006/main"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aaff309eb3d944fe"/>
    <p:sldLayoutId xmlns:r="http://schemas.openxmlformats.org/officeDocument/2006/relationships" id="2147483650" r:id="Rdd4f2da6c7d04ead"/>
    <p:sldLayoutId xmlns:r="http://schemas.openxmlformats.org/officeDocument/2006/relationships" id="2147483651" r:id="Rf417f0dbea2b4cec"/>
    <p:sldLayoutId xmlns:r="http://schemas.openxmlformats.org/officeDocument/2006/relationships" id="2147483652" r:id="R3ed72d7a3ac34615"/>
    <p:sldLayoutId xmlns:r="http://schemas.openxmlformats.org/officeDocument/2006/relationships" id="2147483653" r:id="R9600a8ccd98a4bc3"/>
    <p:sldLayoutId xmlns:r="http://schemas.openxmlformats.org/officeDocument/2006/relationships" id="2147483654" r:id="Rf7507c010abe485b"/>
    <p:sldLayoutId xmlns:r="http://schemas.openxmlformats.org/officeDocument/2006/relationships" id="2147483655" r:id="Rcc70301094104853"/>
    <p:sldLayoutId xmlns:r="http://schemas.openxmlformats.org/officeDocument/2006/relationships" id="2147483656" r:id="R92a6c21ae8ca4591"/>
    <p:sldLayoutId xmlns:r="http://schemas.openxmlformats.org/officeDocument/2006/relationships" id="2147483657" r:id="R3f13f6c73b444f70"/>
  </p:sldLayoutIdLst>
  <p:txStyles>
    <p:titleStyle>
      <a:lvl1pPr xmlns:a="http://schemas.openxmlformats.org/drawingml/2006/main" algn="l">
        <a:lnSpc>
          <a:spcPct val="90000"/>
        </a:lnSpc>
        <a:buNone/>
        <a:defRPr sz="4400" b="1" i="0">
          <a:solidFill>
            <a:schemeClr val="tx1"/>
          </a:solidFill>
          <a:latin typeface="Helvetica"/>
          <a:ea typeface="Helvetica"/>
          <a:cs typeface="Helvetica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 b="0" i="0">
          <a:solidFill>
            <a:schemeClr val="tx1"/>
          </a:solidFill>
          <a:latin typeface="Helvetica"/>
          <a:ea typeface="Helvetica"/>
          <a:cs typeface="Helvetica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 b="0" i="0">
          <a:solidFill>
            <a:schemeClr val="tx1"/>
          </a:solidFill>
          <a:latin typeface="Helvetica"/>
          <a:ea typeface="Helvetica"/>
          <a:cs typeface="Helvetica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 b="0" i="0">
          <a:solidFill>
            <a:schemeClr val="tx1"/>
          </a:solidFill>
          <a:latin typeface="Helvetica"/>
          <a:ea typeface="Helvetica"/>
          <a:cs typeface="Helvetica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 b="0" i="0">
          <a:solidFill>
            <a:schemeClr val="tx1"/>
          </a:solidFill>
          <a:latin typeface="Helvetica"/>
          <a:ea typeface="Helvetica"/>
          <a:cs typeface="Helvetica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 b="0" i="0">
          <a:solidFill>
            <a:schemeClr val="tx1"/>
          </a:solidFill>
          <a:latin typeface="Helvetica"/>
          <a:ea typeface="Helvetica"/>
          <a:cs typeface="Helvetica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LBSU">
  <a:themeElements>
    <a:clrScheme name="LBSU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Franklin Gothic">
      <a:majorFont>
        <a:latin typeface="Franklin Gothic Medium"/>
        <a:ea typeface=""/>
        <a:cs typeface=""/>
        <a:font script="Jpan" typeface="HG創英角ｺﾞｼｯｸUB"/>
        <a:font script="Hang" typeface="돋움"/>
        <a:font script="Hans" typeface="隶书"/>
        <a:font script="Hant" typeface="微軟正黑體"/>
        <a:font script="Arab" typeface="Tahoma"/>
        <a:font script="Hebr" typeface="Aharoni"/>
        <a:font script="Thai" typeface="Lily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Franklin Gothic Book"/>
        <a:ea typeface=""/>
        <a:cs typeface=""/>
        <a:font script="Jpan" typeface="HGｺﾞｼｯｸE"/>
        <a:font script="Hang" typeface="돋움"/>
        <a:font script="Hans" typeface="华文楷体"/>
        <a:font script="Hant" typeface="微軟正黑體"/>
        <a:font script="Arab" typeface="Tahoma"/>
        <a:font script="Hebr" typeface="Aharoni"/>
        <a:font script="Thai" typeface="Lily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LBSU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3d5b3a1032c4c21" /><Relationship Type="http://schemas.openxmlformats.org/officeDocument/2006/relationships/notesSlide" Target="/ppt/notesSlides/notesSlide1.xml" Id="Re178dbeb6fe74e48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8cf4c71cad274c02" /><Relationship Type="http://schemas.openxmlformats.org/officeDocument/2006/relationships/image" Target="/ppt/media/image.emf" Id="R23a823cd90644d3a" /><Relationship Type="http://schemas.openxmlformats.org/officeDocument/2006/relationships/image" Target="/ppt/media/image2.emf" Id="R8cfa36d2173a4bf7" /><Relationship Type="http://schemas.openxmlformats.org/officeDocument/2006/relationships/notesSlide" Target="/ppt/notesSlides/notesSlide2.xml" Id="Rd84a667e16da45f8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9b4c19e869684442" /><Relationship Type="http://schemas.openxmlformats.org/officeDocument/2006/relationships/image" Target="/ppt/media/image.emf" Id="R6c6ca3b1647c4315" /><Relationship Type="http://schemas.openxmlformats.org/officeDocument/2006/relationships/image" Target="/ppt/media/image2.emf" Id="Ref1adc7b1f884412" /><Relationship Type="http://schemas.openxmlformats.org/officeDocument/2006/relationships/notesSlide" Target="/ppt/notesSlides/notesSlide3.xml" Id="R695925110821421c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fdbb690a2b234379" /><Relationship Type="http://schemas.openxmlformats.org/officeDocument/2006/relationships/image" Target="/ppt/media/image.emf" Id="R37ad1cb0e9464bc7" /><Relationship Type="http://schemas.openxmlformats.org/officeDocument/2006/relationships/image" Target="/ppt/media/image2.emf" Id="R7e883b79adf14605" /><Relationship Type="http://schemas.openxmlformats.org/officeDocument/2006/relationships/notesSlide" Target="/ppt/notesSlides/notesSlide4.xml" Id="R84b7f11f19fd4dd7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9e27bfe537e0454b" /><Relationship Type="http://schemas.openxmlformats.org/officeDocument/2006/relationships/image" Target="/ppt/media/image.emf" Id="R846ab6c2086844cd" /><Relationship Type="http://schemas.openxmlformats.org/officeDocument/2006/relationships/image" Target="/ppt/media/image2.emf" Id="Rb885e74d3ffa4beb" /><Relationship Type="http://schemas.openxmlformats.org/officeDocument/2006/relationships/notesSlide" Target="/ppt/notesSlides/notesSlide5.xml" Id="Ra4e9c9146c8945a4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d7fcf8ab20014151" /><Relationship Type="http://schemas.openxmlformats.org/officeDocument/2006/relationships/image" Target="/ppt/media/image.emf" Id="R7323b8269db9436f" /><Relationship Type="http://schemas.openxmlformats.org/officeDocument/2006/relationships/image" Target="/ppt/media/image2.emf" Id="R5ff1cc34eaa847bd" /><Relationship Type="http://schemas.openxmlformats.org/officeDocument/2006/relationships/notesSlide" Target="/ppt/notesSlides/notesSlide6.xml" Id="Rdb066c8146ab453d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903ac9314d0c4433" /><Relationship Type="http://schemas.openxmlformats.org/officeDocument/2006/relationships/image" Target="/ppt/media/image.emf" Id="R9ef03bc6e0d842ff" /><Relationship Type="http://schemas.openxmlformats.org/officeDocument/2006/relationships/image" Target="/ppt/media/image2.emf" Id="Re9b27c4313ce4e6b" /><Relationship Type="http://schemas.openxmlformats.org/officeDocument/2006/relationships/notesSlide" Target="/ppt/notesSlides/notesSlide7.xml" Id="R812e756fb3fb47f6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0bdc6a4197164257" /><Relationship Type="http://schemas.openxmlformats.org/officeDocument/2006/relationships/image" Target="/ppt/media/image.emf" Id="R6398941ecf6d41e0" /><Relationship Type="http://schemas.openxmlformats.org/officeDocument/2006/relationships/image" Target="/ppt/media/image2.emf" Id="Rc58a5e2bf743474e" /><Relationship Type="http://schemas.openxmlformats.org/officeDocument/2006/relationships/notesSlide" Target="/ppt/notesSlides/notesSlide8.xml" Id="R923c7617c1944cef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4018bec5cbc74fc3" /><Relationship Type="http://schemas.openxmlformats.org/officeDocument/2006/relationships/image" Target="/ppt/media/image.emf" Id="Racce795574a84319" /><Relationship Type="http://schemas.openxmlformats.org/officeDocument/2006/relationships/image" Target="/ppt/media/image2.emf" Id="R05b224260ed741eb" /><Relationship Type="http://schemas.openxmlformats.org/officeDocument/2006/relationships/notesSlide" Target="/ppt/notesSlides/notesSlide9.xml" Id="R599303ad8cff4d6a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df38de048fc14a83" /><Relationship Type="http://schemas.openxmlformats.org/officeDocument/2006/relationships/image" Target="/ppt/media/image.emf" Id="R63e6f4822dab4b5f" /><Relationship Type="http://schemas.openxmlformats.org/officeDocument/2006/relationships/image" Target="/ppt/media/image2.emf" Id="Rc04f8869ee614867" /><Relationship Type="http://schemas.openxmlformats.org/officeDocument/2006/relationships/notesSlide" Target="/ppt/notesSlides/notesSlide10.xml" Id="R75165c8171ea4219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60A1DE73-D7A5-4FF1-A5E7-CD4B4259D830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2700" b="1">
                <a:solidFill>
                  <a:srgbClr val="000000"/>
                </a:solidFill>
              </a:defRPr>
            </a:pPr>
            <a:r>
              <a:rPr sz="2700" b="1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CSULB CS 343</a:t>
            </a:r>
          </a:p>
          <a:p xmlns:a="http://schemas.openxmlformats.org/drawingml/2006/main">
            <a:pPr algn="ctr">
              <a:buNone/>
              <a:defRPr sz="2700" b="1">
                <a:solidFill>
                  <a:srgbClr val="000000"/>
                </a:solidFill>
              </a:defRPr>
            </a:pPr>
            <a:r>
              <a:rPr sz="2700" b="1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Week 7: Back-end Development &amp; API Integration</a:t>
            </a:r>
          </a:p>
        </p:txBody>
      </p:sp>
      <p:sp>
        <p:nvSpPr>
          <p:cNvPr id="3" name="Subtitle 2">
            <a:extLst xmlns:a="http://schemas.openxmlformats.org/drawingml/2006/main">
              <a:ext uri="{FF2B5EF4-FFF2-40B4-BE49-F238E27FC236}">
                <a16:creationId xmlns:a16="http://schemas.microsoft.com/office/drawing/2014/main" id="{FD4476C7-6C0B-4518-8FFA-D419ADA44749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524000" y="3860574"/>
            <a:ext cx="9144000" cy="1655762"/>
          </a:xfrm>
        </p:spPr>
        <p:txBody>
          <a:bodyPr xmlns:a="http://schemas.openxmlformats.org/drawingml/2006/main" vert="horz" lIns="91440" tIns="45720" rIns="91440" bIns="4572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00">
                <a:solidFill>
                  <a:srgbClr val="000000"/>
                </a:solidFill>
              </a:defRPr>
            </a:pPr>
            <a:r>
              <a:rPr sz="1800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Fall 2026 - Flask/FastAPI, SQLAlchemy, JWT</a:t>
            </a:r>
          </a:p>
        </p:txBody>
      </p:sp>
    </p:spTree>
    <p:extLst>
      <p:ext uri="{BB962C8B-B14F-4D97-AF65-F5344CB8AC3E}">
        <p14:creationId xmlns:p14="http://schemas.microsoft.com/office/powerpoint/2010/main" val="77871827"/>
      </p:ext>
    </p:extLst>
  </p:cSld>
</p:sld>
</file>

<file path=ppt/slides/slide2.xml><?xml version="1.0" encoding="utf-8"?>
<p:sld xmlns:p="http://schemas.openxmlformats.org/presentationml/2006/main">
  <p:cSld>
    <p:bg>
      <p:bgPr>
        <a:gradFill xmlns:a="http://schemas.openxmlformats.org/drawingml/2006/main" rotWithShape="1">
          <a:gsLst>
            <a:gs pos="0">
              <a:schemeClr val="bg1">
                <a:lumMod val="92000"/>
              </a:schemeClr>
            </a:gs>
            <a:gs pos="100000">
              <a:schemeClr val="bg1">
                <a:lumMod val="88000"/>
                <a:lumOff val="12000"/>
              </a:schemeClr>
            </a:gs>
          </a:gsLst>
          <a:lin ang="16200000" scaled="1"/>
          <a:tileRect/>
        </a:gra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 3">
            <a:extLst xmlns:a="http://schemas.openxmlformats.org/drawingml/2006/main">
              <a:ext uri="{FF2B5EF4-FFF2-40B4-BE49-F238E27FC236}">
                <a16:creationId xmlns:a16="http://schemas.microsoft.com/office/drawing/2014/main" id="{AC3A0666-506B-462D-B32A-14F21B5443B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 </a:t>
            </a:r>
          </a:p>
        </p:txBody>
      </p:sp>
      <p:sp>
        <p:nvSpPr>
          <p:cNvPr id="11" name="TextBox 10">
            <a:extLst xmlns:a="http://schemas.openxmlformats.org/drawingml/2006/main">
              <a:ext uri="{FF2B5EF4-FFF2-40B4-BE49-F238E27FC236}">
                <a16:creationId xmlns:a16="http://schemas.microsoft.com/office/drawing/2014/main" id="{A5AAC5D0-94C2-4E0B-86E7-AF0419486E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9788" y="1392943"/>
            <a:ext cx="8805657" cy="769441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100" b="1">
                <a:solidFill>
                  <a:srgbClr val="000000"/>
                </a:solidFill>
              </a:defRPr>
            </a:pPr>
            <a:r>
              <a:rPr sz="2100" b="1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Learning Objectives</a:t>
            </a:r>
          </a:p>
        </p:txBody>
      </p:sp>
      <p:sp>
        <p:nvSpPr>
          <p:cNvPr id="12" name="TextBox 11">
            <a:extLst xmlns:a="http://schemas.openxmlformats.org/drawingml/2006/main">
              <a:ext uri="{FF2B5EF4-FFF2-40B4-BE49-F238E27FC236}">
                <a16:creationId xmlns:a16="http://schemas.microsoft.com/office/drawing/2014/main" id="{2B3842CB-38B7-4926-8183-23D924A8AB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9788" y="2134184"/>
            <a:ext cx="5299788" cy="5232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44546A"/>
                </a:solidFill>
              </a:defRPr>
            </a:pPr>
            <a:r>
              <a:rPr sz="1350" b="1">
                <a:solidFill>
                  <a:srgbClr val="44546A"/>
                </a:solidFill>
                <a:latin typeface="Helvetica Neue"/>
                <a:ea typeface="Helvetica Neue"/>
                <a:cs typeface="Helvetica Neue"/>
              </a:rPr>
              <a:t>What you will achieve today</a:t>
            </a:r>
          </a:p>
        </p:txBody>
      </p:sp>
      <p:sp>
        <p:nvSpPr>
          <p:cNvPr id="2" name="TextBox 1">
            <a:extLst xmlns:a="http://schemas.openxmlformats.org/drawingml/2006/main">
              <a:ext uri="{FF2B5EF4-FFF2-40B4-BE49-F238E27FC236}">
                <a16:creationId xmlns:a16="http://schemas.microsoft.com/office/drawing/2014/main" id="{E90B26FD-A3B0-408B-AF4C-53D3569BDB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9788" y="3292168"/>
            <a:ext cx="6794726" cy="17373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>
                <a:solidFill>
                  <a:srgbClr val="000000"/>
                </a:solidFill>
              </a:defRPr>
            </a:pPr>
            <a:r>
              <a:rPr sz="1200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By the end of this session, you will be able to:</a:t>
            </a:r>
          </a:p>
          <a:p xmlns:a="http://schemas.openxmlformats.org/drawingml/2006/main">
            <a:pPr algn="l">
              <a:buNone/>
              <a:defRPr sz="1200">
                <a:solidFill>
                  <a:srgbClr val="000000"/>
                </a:solidFill>
              </a:defRPr>
            </a:pPr>
            <a:r>
              <a:rPr sz="1200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• Build RESTful APIs with Flask or FastAPI</a:t>
            </a:r>
          </a:p>
          <a:p xmlns:a="http://schemas.openxmlformats.org/drawingml/2006/main">
            <a:pPr algn="l">
              <a:buNone/>
              <a:defRPr sz="1200">
                <a:solidFill>
                  <a:srgbClr val="000000"/>
                </a:solidFill>
              </a:defRPr>
            </a:pPr>
            <a:r>
              <a:rPr sz="1200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• Integrate a database using SQLAlchemy ORM</a:t>
            </a:r>
          </a:p>
          <a:p xmlns:a="http://schemas.openxmlformats.org/drawingml/2006/main">
            <a:pPr algn="l">
              <a:buNone/>
              <a:defRPr sz="1200">
                <a:solidFill>
                  <a:srgbClr val="000000"/>
                </a:solidFill>
              </a:defRPr>
            </a:pPr>
            <a:r>
              <a:rPr sz="1200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• Implement JWT authentication</a:t>
            </a:r>
          </a:p>
          <a:p xmlns:a="http://schemas.openxmlformats.org/drawingml/2006/main">
            <a:pPr algn="l">
              <a:buNone/>
              <a:defRPr sz="1200">
                <a:solidFill>
                  <a:srgbClr val="000000"/>
                </a:solidFill>
              </a:defRPr>
            </a:pPr>
            <a:r>
              <a:rPr sz="1200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• Auto-generate API documentation with Swagger</a:t>
            </a:r>
          </a:p>
          <a:p xmlns:a="http://schemas.openxmlformats.org/drawingml/2006/main">
            <a:pPr algn="l">
              <a:buNone/>
              <a:defRPr sz="1200">
                <a:solidFill>
                  <a:srgbClr val="000000"/>
                </a:solidFill>
              </a:defRPr>
            </a:pPr>
            <a:r>
              <a:rPr sz="1200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• Coordinate API testing with cross-team collaboration</a:t>
            </a:r>
          </a:p>
        </p:txBody>
      </p:sp>
      <p:sp>
        <p:nvSpPr>
          <p:cNvPr id="9" name="Rectangle 8">
            <a:extLst xmlns:a="http://schemas.openxmlformats.org/drawingml/2006/main">
              <a:ext uri="{FF2B5EF4-FFF2-40B4-BE49-F238E27FC236}">
                <a16:creationId xmlns:a16="http://schemas.microsoft.com/office/drawing/2014/main" id="{91048D33-EFAA-4A8A-8B02-A02914AF51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0" y="6353547"/>
            <a:ext cx="12192000" cy="504453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bg1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0" name="Triangle 9">
            <a:extLst xmlns:a="http://schemas.openxmlformats.org/drawingml/2006/main">
              <a:ext uri="{FF2B5EF4-FFF2-40B4-BE49-F238E27FC236}">
                <a16:creationId xmlns:a16="http://schemas.microsoft.com/office/drawing/2014/main" id="{72C99142-C527-47C0-9ADA-E1644F269E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99810" y="6103973"/>
            <a:ext cx="1057836" cy="541128"/>
          </a:xfrm>
          <a:prstGeom xmlns:a="http://schemas.openxmlformats.org/drawingml/2006/main" prst="triangle">
            <a:avLst/>
          </a:prstGeom>
          <a:solidFill xmlns:a="http://schemas.openxmlformats.org/drawingml/2006/main">
            <a:schemeClr val="bg1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pic>
        <p:nvPicPr>
          <p:cNvPr id="21" name="Picture 13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3a823cd90644d3a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0" flipH="0" flipV="0">
            <a:off x="10168476" y="6561997"/>
            <a:ext cx="1800224" cy="125128"/>
          </a:xfrm>
          <a:prstGeom xmlns:a="http://schemas.openxmlformats.org/drawingml/2006/main" prst="rect">
            <a:avLst/>
          </a:prstGeom>
        </p:spPr>
      </p:pic>
      <p:pic>
        <p:nvPicPr>
          <p:cNvPr id="22" name="Picture 1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cfa36d2173a4bf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0" flipH="0" flipV="0">
            <a:off x="219176" y="6509469"/>
            <a:ext cx="2248720" cy="230184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99195590"/>
      </p:ext>
    </p:extLst>
  </p:cSld>
</p:sld>
</file>

<file path=ppt/slides/slide3.xml><?xml version="1.0" encoding="utf-8"?>
<p:sld xmlns:p="http://schemas.openxmlformats.org/presentationml/2006/main">
  <p:cSld>
    <p:bg>
      <p:bgPr>
        <a:gradFill xmlns:a="http://schemas.openxmlformats.org/drawingml/2006/main" rotWithShape="1">
          <a:gsLst>
            <a:gs pos="0">
              <a:schemeClr val="bg1">
                <a:lumMod val="92000"/>
              </a:schemeClr>
            </a:gs>
            <a:gs pos="100000">
              <a:schemeClr val="bg1">
                <a:lumMod val="88000"/>
                <a:lumOff val="12000"/>
              </a:schemeClr>
            </a:gs>
          </a:gsLst>
          <a:lin ang="16200000" scaled="1"/>
          <a:tileRect/>
        </a:gra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 3">
            <a:extLst xmlns:a="http://schemas.openxmlformats.org/drawingml/2006/main">
              <a:ext uri="{FF2B5EF4-FFF2-40B4-BE49-F238E27FC236}">
                <a16:creationId xmlns:a16="http://schemas.microsoft.com/office/drawing/2014/main" id="{AC3A0666-506B-462D-B32A-14F21B5443B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 </a:t>
            </a:r>
          </a:p>
        </p:txBody>
      </p:sp>
      <p:sp>
        <p:nvSpPr>
          <p:cNvPr id="11" name="TextBox 10">
            <a:extLst xmlns:a="http://schemas.openxmlformats.org/drawingml/2006/main">
              <a:ext uri="{FF2B5EF4-FFF2-40B4-BE49-F238E27FC236}">
                <a16:creationId xmlns:a16="http://schemas.microsoft.com/office/drawing/2014/main" id="{A5AAC5D0-94C2-4E0B-86E7-AF0419486E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9788" y="1392943"/>
            <a:ext cx="8805657" cy="769441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100" b="1">
                <a:solidFill>
                  <a:srgbClr val="000000"/>
                </a:solidFill>
              </a:defRPr>
            </a:pPr>
            <a:r>
              <a:rPr sz="2100" b="1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RESTful API Basics</a:t>
            </a:r>
          </a:p>
        </p:txBody>
      </p:sp>
      <p:sp>
        <p:nvSpPr>
          <p:cNvPr id="12" name="TextBox 11">
            <a:extLst xmlns:a="http://schemas.openxmlformats.org/drawingml/2006/main">
              <a:ext uri="{FF2B5EF4-FFF2-40B4-BE49-F238E27FC236}">
                <a16:creationId xmlns:a16="http://schemas.microsoft.com/office/drawing/2014/main" id="{2B3842CB-38B7-4926-8183-23D924A8AB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9788" y="2134184"/>
            <a:ext cx="5299788" cy="5232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44546A"/>
                </a:solidFill>
              </a:defRPr>
            </a:pPr>
            <a:r>
              <a:rPr sz="1350" b="1">
                <a:solidFill>
                  <a:srgbClr val="44546A"/>
                </a:solidFill>
                <a:latin typeface="Helvetica Neue"/>
                <a:ea typeface="Helvetica Neue"/>
                <a:cs typeface="Helvetica Neue"/>
              </a:rPr>
              <a:t>Designing clean API endpoints</a:t>
            </a:r>
          </a:p>
        </p:txBody>
      </p:sp>
      <p:sp>
        <p:nvSpPr>
          <p:cNvPr id="2" name="TextBox 1">
            <a:extLst xmlns:a="http://schemas.openxmlformats.org/drawingml/2006/main">
              <a:ext uri="{FF2B5EF4-FFF2-40B4-BE49-F238E27FC236}">
                <a16:creationId xmlns:a16="http://schemas.microsoft.com/office/drawing/2014/main" id="{E90B26FD-A3B0-408B-AF4C-53D3569BDB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9788" y="3292168"/>
            <a:ext cx="6794726" cy="2560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>
                <a:solidFill>
                  <a:srgbClr val="000000"/>
                </a:solidFill>
              </a:defRPr>
            </a:pPr>
            <a:r>
              <a:rPr sz="1200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• REST = Representational State Transfer</a:t>
            </a:r>
          </a:p>
          <a:p xmlns:a="http://schemas.openxmlformats.org/drawingml/2006/main">
            <a:pPr algn="l">
              <a:buNone/>
              <a:defRPr sz="1200">
                <a:solidFill>
                  <a:srgbClr val="000000"/>
                </a:solidFill>
              </a:defRPr>
            </a:pPr>
            <a:r>
              <a:rPr sz="1200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• Resources identified by URLs (/users, /books/{id})</a:t>
            </a:r>
          </a:p>
          <a:p xmlns:a="http://schemas.openxmlformats.org/drawingml/2006/main">
            <a:pPr algn="l">
              <a:buNone/>
              <a:defRPr sz="1200">
                <a:solidFill>
                  <a:srgbClr val="000000"/>
                </a:solidFill>
              </a:defRPr>
            </a:pPr>
            <a:r>
              <a:rPr sz="1200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• HTTP methods: GET (read), POST (create), PUT (update), DELETE (remove)</a:t>
            </a:r>
          </a:p>
          <a:p xmlns:a="http://schemas.openxmlformats.org/drawingml/2006/main">
            <a:pPr algn="l">
              <a:buNone/>
              <a:defRPr sz="1200">
                <a:solidFill>
                  <a:srgbClr val="000000"/>
                </a:solidFill>
              </a:defRPr>
            </a:pPr>
            <a:r>
              <a:rPr sz="1200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• Status codes: 200 OK, 201 Created, 400 Bad, 401 Unauthorized, 404 Not Found, 500 Error</a:t>
            </a:r>
          </a:p>
          <a:p xmlns:a="http://schemas.openxmlformats.org/drawingml/2006/main">
            <a:pPr algn="l">
              <a:buNone/>
              <a:defRPr sz="1200">
                <a:solidFill>
                  <a:srgbClr val="000000"/>
                </a:solidFill>
              </a:defRPr>
            </a:pPr>
            <a:r>
              <a:rPr sz="1200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• Request/Response typically in JSON format</a:t>
            </a:r>
          </a:p>
          <a:p xmlns:a="http://schemas.openxmlformats.org/drawingml/2006/main">
            <a:pPr algn="l">
              <a:buNone/>
              <a:defRPr sz="1200">
                <a:solidFill>
                  <a:srgbClr val="000000"/>
                </a:solidFill>
              </a:defRPr>
            </a:pPr>
            <a:r>
              <a:rPr sz="1200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• Stateless: each request contains all needed info</a:t>
            </a:r>
          </a:p>
          <a:p xmlns:a="http://schemas.openxmlformats.org/drawingml/2006/main">
            <a:pPr algn="l">
              <a:buNone/>
              <a:defRPr sz="1200">
                <a:solidFill>
                  <a:srgbClr val="000000"/>
                </a:solidFill>
              </a:defRPr>
            </a:pPr>
            <a:r>
              <a:rPr sz="1200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• Well-designed APIs are intuitive and consistent</a:t>
            </a:r>
          </a:p>
        </p:txBody>
      </p:sp>
      <p:sp>
        <p:nvSpPr>
          <p:cNvPr id="9" name="Rectangle 8">
            <a:extLst xmlns:a="http://schemas.openxmlformats.org/drawingml/2006/main">
              <a:ext uri="{FF2B5EF4-FFF2-40B4-BE49-F238E27FC236}">
                <a16:creationId xmlns:a16="http://schemas.microsoft.com/office/drawing/2014/main" id="{91048D33-EFAA-4A8A-8B02-A02914AF51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0" y="6353547"/>
            <a:ext cx="12192000" cy="504453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bg1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0" name="Triangle 9">
            <a:extLst xmlns:a="http://schemas.openxmlformats.org/drawingml/2006/main">
              <a:ext uri="{FF2B5EF4-FFF2-40B4-BE49-F238E27FC236}">
                <a16:creationId xmlns:a16="http://schemas.microsoft.com/office/drawing/2014/main" id="{72C99142-C527-47C0-9ADA-E1644F269E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99810" y="6103973"/>
            <a:ext cx="1057836" cy="541128"/>
          </a:xfrm>
          <a:prstGeom xmlns:a="http://schemas.openxmlformats.org/drawingml/2006/main" prst="triangle">
            <a:avLst/>
          </a:prstGeom>
          <a:solidFill xmlns:a="http://schemas.openxmlformats.org/drawingml/2006/main">
            <a:schemeClr val="bg1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pic>
        <p:nvPicPr>
          <p:cNvPr id="21" name="Picture 13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c6ca3b1647c431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0" flipH="0" flipV="0">
            <a:off x="10168476" y="6561997"/>
            <a:ext cx="1800224" cy="125128"/>
          </a:xfrm>
          <a:prstGeom xmlns:a="http://schemas.openxmlformats.org/drawingml/2006/main" prst="rect">
            <a:avLst/>
          </a:prstGeom>
        </p:spPr>
      </p:pic>
      <p:pic>
        <p:nvPicPr>
          <p:cNvPr id="22" name="Picture 1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f1adc7b1f884412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0" flipH="0" flipV="0">
            <a:off x="219176" y="6509469"/>
            <a:ext cx="2248720" cy="230184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99195590"/>
      </p:ext>
    </p:extLst>
  </p:cSld>
</p:sld>
</file>

<file path=ppt/slides/slide4.xml><?xml version="1.0" encoding="utf-8"?>
<p:sld xmlns:p="http://schemas.openxmlformats.org/presentationml/2006/main">
  <p:cSld>
    <p:bg>
      <p:bgPr>
        <a:gradFill xmlns:a="http://schemas.openxmlformats.org/drawingml/2006/main" rotWithShape="1">
          <a:gsLst>
            <a:gs pos="0">
              <a:schemeClr val="bg1">
                <a:lumMod val="92000"/>
              </a:schemeClr>
            </a:gs>
            <a:gs pos="100000">
              <a:schemeClr val="bg1">
                <a:lumMod val="88000"/>
                <a:lumOff val="12000"/>
              </a:schemeClr>
            </a:gs>
          </a:gsLst>
          <a:lin ang="16200000" scaled="1"/>
          <a:tileRect/>
        </a:gra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 3">
            <a:extLst xmlns:a="http://schemas.openxmlformats.org/drawingml/2006/main">
              <a:ext uri="{FF2B5EF4-FFF2-40B4-BE49-F238E27FC236}">
                <a16:creationId xmlns:a16="http://schemas.microsoft.com/office/drawing/2014/main" id="{AC3A0666-506B-462D-B32A-14F21B5443B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 </a:t>
            </a:r>
          </a:p>
        </p:txBody>
      </p:sp>
      <p:sp>
        <p:nvSpPr>
          <p:cNvPr id="11" name="TextBox 10">
            <a:extLst xmlns:a="http://schemas.openxmlformats.org/drawingml/2006/main">
              <a:ext uri="{FF2B5EF4-FFF2-40B4-BE49-F238E27FC236}">
                <a16:creationId xmlns:a16="http://schemas.microsoft.com/office/drawing/2014/main" id="{A5AAC5D0-94C2-4E0B-86E7-AF0419486E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9788" y="1392943"/>
            <a:ext cx="8805657" cy="14325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100" b="1">
                <a:solidFill>
                  <a:srgbClr val="000000"/>
                </a:solidFill>
              </a:defRPr>
            </a:pPr>
            <a:r>
              <a:rPr sz="2100" b="1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FastAPI: Modern Python Framework</a:t>
            </a:r>
          </a:p>
        </p:txBody>
      </p:sp>
      <p:sp>
        <p:nvSpPr>
          <p:cNvPr id="12" name="TextBox 11">
            <a:extLst xmlns:a="http://schemas.openxmlformats.org/drawingml/2006/main">
              <a:ext uri="{FF2B5EF4-FFF2-40B4-BE49-F238E27FC236}">
                <a16:creationId xmlns:a16="http://schemas.microsoft.com/office/drawing/2014/main" id="{2B3842CB-38B7-4926-8183-23D924A8AB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9788" y="2134184"/>
            <a:ext cx="5299788" cy="5232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44546A"/>
                </a:solidFill>
              </a:defRPr>
            </a:pPr>
            <a:r>
              <a:rPr sz="1350" b="1">
                <a:solidFill>
                  <a:srgbClr val="44546A"/>
                </a:solidFill>
                <a:latin typeface="Helvetica Neue"/>
                <a:ea typeface="Helvetica Neue"/>
                <a:cs typeface="Helvetica Neue"/>
              </a:rPr>
              <a:t>Building APIs the modern way</a:t>
            </a:r>
          </a:p>
        </p:txBody>
      </p:sp>
      <p:sp>
        <p:nvSpPr>
          <p:cNvPr id="2" name="TextBox 1">
            <a:extLst xmlns:a="http://schemas.openxmlformats.org/drawingml/2006/main">
              <a:ext uri="{FF2B5EF4-FFF2-40B4-BE49-F238E27FC236}">
                <a16:creationId xmlns:a16="http://schemas.microsoft.com/office/drawing/2014/main" id="{E90B26FD-A3B0-408B-AF4C-53D3569BDB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9788" y="3292168"/>
            <a:ext cx="6794726" cy="2834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>
                <a:solidFill>
                  <a:srgbClr val="000000"/>
                </a:solidFill>
              </a:defRPr>
            </a:pPr>
            <a:r>
              <a:rPr sz="1200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• FastAPI: high-performance, async-capable, auto-docs</a:t>
            </a:r>
          </a:p>
          <a:p xmlns:a="http://schemas.openxmlformats.org/drawingml/2006/main">
            <a:pPr algn="l">
              <a:buNone/>
              <a:defRPr sz="1200">
                <a:solidFill>
                  <a:srgbClr val="000000"/>
                </a:solidFill>
              </a:defRPr>
            </a:pPr>
            <a:r>
              <a:rPr sz="1200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• Install: pip install fastapi uvicorn</a:t>
            </a:r>
          </a:p>
          <a:p xmlns:a="http://schemas.openxmlformats.org/drawingml/2006/main">
            <a:pPr algn="l">
              <a:buNone/>
              <a:defRPr sz="1200">
                <a:solidFill>
                  <a:srgbClr val="000000"/>
                </a:solidFill>
              </a:defRPr>
            </a:pPr>
            <a:r>
              <a:rPr sz="1200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• Simple endpoint example:</a:t>
            </a:r>
          </a:p>
          <a:p xmlns:a="http://schemas.openxmlformats.org/drawingml/2006/main">
            <a:pPr algn="l">
              <a:buNone/>
              <a:defRPr sz="1200">
                <a:solidFill>
                  <a:srgbClr val="000000"/>
                </a:solidFill>
              </a:defRPr>
            </a:pPr>
            <a:r>
              <a:rPr sz="1200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  @app.get("/hello")</a:t>
            </a:r>
          </a:p>
          <a:p xmlns:a="http://schemas.openxmlformats.org/drawingml/2006/main">
            <a:pPr algn="l">
              <a:buNone/>
              <a:defRPr sz="1200">
                <a:solidFill>
                  <a:srgbClr val="000000"/>
                </a:solidFill>
              </a:defRPr>
            </a:pPr>
            <a:r>
              <a:rPr sz="1200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  async def hello(name: str):</a:t>
            </a:r>
          </a:p>
          <a:p xmlns:a="http://schemas.openxmlformats.org/drawingml/2006/main">
            <a:pPr algn="l">
              <a:buNone/>
              <a:defRPr sz="1200">
                <a:solidFill>
                  <a:srgbClr val="000000"/>
                </a:solidFill>
              </a:defRPr>
            </a:pPr>
            <a:r>
              <a:rPr sz="1200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    return {"message": f"Hello {name}"}</a:t>
            </a:r>
          </a:p>
          <a:p xmlns:a="http://schemas.openxmlformats.org/drawingml/2006/main">
            <a:pPr algn="l">
              <a:buNone/>
              <a:defRPr sz="1200">
                <a:solidFill>
                  <a:srgbClr val="000000"/>
                </a:solidFill>
              </a:defRPr>
            </a:pPr>
            <a:r>
              <a:rPr sz="1200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• Automatic Swagger UI at /docs</a:t>
            </a:r>
          </a:p>
          <a:p xmlns:a="http://schemas.openxmlformats.org/drawingml/2006/main">
            <a:pPr algn="l">
              <a:buNone/>
              <a:defRPr sz="1200">
                <a:solidFill>
                  <a:srgbClr val="000000"/>
                </a:solidFill>
              </a:defRPr>
            </a:pPr>
            <a:r>
              <a:rPr sz="1200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• Type hints = automatic validation + documentation</a:t>
            </a:r>
          </a:p>
          <a:p xmlns:a="http://schemas.openxmlformats.org/drawingml/2006/main">
            <a:pPr algn="l">
              <a:buNone/>
              <a:defRPr sz="1200">
                <a:solidFill>
                  <a:srgbClr val="000000"/>
                </a:solidFill>
              </a:defRPr>
            </a:pPr>
            <a:r>
              <a:rPr sz="1200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• Async support for high-concurrency endpoints</a:t>
            </a:r>
          </a:p>
          <a:p xmlns:a="http://schemas.openxmlformats.org/drawingml/2006/main">
            <a:pPr algn="l">
              <a:buNone/>
              <a:defRPr sz="1200">
                <a:solidFill>
                  <a:srgbClr val="000000"/>
                </a:solidFill>
              </a:defRPr>
            </a:pPr>
            <a:r>
              <a:rPr sz="1200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• Alternative: Flask (simpler, more plugins)</a:t>
            </a:r>
          </a:p>
        </p:txBody>
      </p:sp>
      <p:sp>
        <p:nvSpPr>
          <p:cNvPr id="9" name="Rectangle 8">
            <a:extLst xmlns:a="http://schemas.openxmlformats.org/drawingml/2006/main">
              <a:ext uri="{FF2B5EF4-FFF2-40B4-BE49-F238E27FC236}">
                <a16:creationId xmlns:a16="http://schemas.microsoft.com/office/drawing/2014/main" id="{91048D33-EFAA-4A8A-8B02-A02914AF51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0" y="6353547"/>
            <a:ext cx="12192000" cy="504453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bg1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0" name="Triangle 9">
            <a:extLst xmlns:a="http://schemas.openxmlformats.org/drawingml/2006/main">
              <a:ext uri="{FF2B5EF4-FFF2-40B4-BE49-F238E27FC236}">
                <a16:creationId xmlns:a16="http://schemas.microsoft.com/office/drawing/2014/main" id="{72C99142-C527-47C0-9ADA-E1644F269E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99810" y="6103973"/>
            <a:ext cx="1057836" cy="541128"/>
          </a:xfrm>
          <a:prstGeom xmlns:a="http://schemas.openxmlformats.org/drawingml/2006/main" prst="triangle">
            <a:avLst/>
          </a:prstGeom>
          <a:solidFill xmlns:a="http://schemas.openxmlformats.org/drawingml/2006/main">
            <a:schemeClr val="bg1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pic>
        <p:nvPicPr>
          <p:cNvPr id="21" name="Picture 13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7ad1cb0e9464bc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0" flipH="0" flipV="0">
            <a:off x="10168476" y="6561997"/>
            <a:ext cx="1800224" cy="125128"/>
          </a:xfrm>
          <a:prstGeom xmlns:a="http://schemas.openxmlformats.org/drawingml/2006/main" prst="rect">
            <a:avLst/>
          </a:prstGeom>
        </p:spPr>
      </p:pic>
      <p:pic>
        <p:nvPicPr>
          <p:cNvPr id="22" name="Picture 1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e883b79adf1460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0" flipH="0" flipV="0">
            <a:off x="219176" y="6509469"/>
            <a:ext cx="2248720" cy="230184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99195590"/>
      </p:ext>
    </p:extLst>
  </p:cSld>
</p:sld>
</file>

<file path=ppt/slides/slide5.xml><?xml version="1.0" encoding="utf-8"?>
<p:sld xmlns:p="http://schemas.openxmlformats.org/presentationml/2006/main">
  <p:cSld>
    <p:bg>
      <p:bgPr>
        <a:gradFill xmlns:a="http://schemas.openxmlformats.org/drawingml/2006/main" rotWithShape="1">
          <a:gsLst>
            <a:gs pos="0">
              <a:schemeClr val="bg1">
                <a:lumMod val="92000"/>
              </a:schemeClr>
            </a:gs>
            <a:gs pos="100000">
              <a:schemeClr val="bg1">
                <a:lumMod val="88000"/>
                <a:lumOff val="12000"/>
              </a:schemeClr>
            </a:gs>
          </a:gsLst>
          <a:lin ang="16200000" scaled="1"/>
          <a:tileRect/>
        </a:gra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 3">
            <a:extLst xmlns:a="http://schemas.openxmlformats.org/drawingml/2006/main">
              <a:ext uri="{FF2B5EF4-FFF2-40B4-BE49-F238E27FC236}">
                <a16:creationId xmlns:a16="http://schemas.microsoft.com/office/drawing/2014/main" id="{AC3A0666-506B-462D-B32A-14F21B5443B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 </a:t>
            </a:r>
          </a:p>
        </p:txBody>
      </p:sp>
      <p:sp>
        <p:nvSpPr>
          <p:cNvPr id="11" name="TextBox 10">
            <a:extLst xmlns:a="http://schemas.openxmlformats.org/drawingml/2006/main">
              <a:ext uri="{FF2B5EF4-FFF2-40B4-BE49-F238E27FC236}">
                <a16:creationId xmlns:a16="http://schemas.microsoft.com/office/drawing/2014/main" id="{A5AAC5D0-94C2-4E0B-86E7-AF0419486E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9788" y="1392943"/>
            <a:ext cx="8805657" cy="14325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100" b="1">
                <a:solidFill>
                  <a:srgbClr val="000000"/>
                </a:solidFill>
              </a:defRPr>
            </a:pPr>
            <a:r>
              <a:rPr sz="2100" b="1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Database Integration with SQLAlchemy</a:t>
            </a:r>
          </a:p>
        </p:txBody>
      </p:sp>
      <p:sp>
        <p:nvSpPr>
          <p:cNvPr id="12" name="TextBox 11">
            <a:extLst xmlns:a="http://schemas.openxmlformats.org/drawingml/2006/main">
              <a:ext uri="{FF2B5EF4-FFF2-40B4-BE49-F238E27FC236}">
                <a16:creationId xmlns:a16="http://schemas.microsoft.com/office/drawing/2014/main" id="{2B3842CB-38B7-4926-8183-23D924A8AB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9788" y="2134184"/>
            <a:ext cx="5299788" cy="5232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44546A"/>
                </a:solidFill>
              </a:defRPr>
            </a:pPr>
            <a:r>
              <a:rPr sz="1350" b="1">
                <a:solidFill>
                  <a:srgbClr val="44546A"/>
                </a:solidFill>
                <a:latin typeface="Helvetica Neue"/>
                <a:ea typeface="Helvetica Neue"/>
                <a:cs typeface="Helvetica Neue"/>
              </a:rPr>
              <a:t>Connecting APIs to databases</a:t>
            </a:r>
          </a:p>
        </p:txBody>
      </p:sp>
      <p:sp>
        <p:nvSpPr>
          <p:cNvPr id="2" name="TextBox 1">
            <a:extLst xmlns:a="http://schemas.openxmlformats.org/drawingml/2006/main">
              <a:ext uri="{FF2B5EF4-FFF2-40B4-BE49-F238E27FC236}">
                <a16:creationId xmlns:a16="http://schemas.microsoft.com/office/drawing/2014/main" id="{E90B26FD-A3B0-408B-AF4C-53D3569BDB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9788" y="3292168"/>
            <a:ext cx="6794726" cy="2834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>
                <a:solidFill>
                  <a:srgbClr val="000000"/>
                </a:solidFill>
              </a:defRPr>
            </a:pPr>
            <a:r>
              <a:rPr sz="1200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• SQLAlchemy: Python ORM (Object-Relational Mapping)</a:t>
            </a:r>
          </a:p>
          <a:p xmlns:a="http://schemas.openxmlformats.org/drawingml/2006/main">
            <a:pPr algn="l">
              <a:buNone/>
              <a:defRPr sz="1200">
                <a:solidFill>
                  <a:srgbClr val="000000"/>
                </a:solidFill>
              </a:defRPr>
            </a:pPr>
            <a:r>
              <a:rPr sz="1200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• Map Python classes to database tables</a:t>
            </a:r>
          </a:p>
          <a:p xmlns:a="http://schemas.openxmlformats.org/drawingml/2006/main">
            <a:pPr algn="l">
              <a:buNone/>
              <a:defRPr sz="1200">
                <a:solidFill>
                  <a:srgbClr val="000000"/>
                </a:solidFill>
              </a:defRPr>
            </a:pPr>
            <a:r>
              <a:rPr sz="1200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• Define models:</a:t>
            </a:r>
          </a:p>
          <a:p xmlns:a="http://schemas.openxmlformats.org/drawingml/2006/main">
            <a:pPr algn="l">
              <a:buNone/>
              <a:defRPr sz="1200">
                <a:solidFill>
                  <a:srgbClr val="000000"/>
                </a:solidFill>
              </a:defRPr>
            </a:pPr>
            <a:r>
              <a:rPr sz="1200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  class User(Base):</a:t>
            </a:r>
          </a:p>
          <a:p xmlns:a="http://schemas.openxmlformats.org/drawingml/2006/main">
            <a:pPr algn="l">
              <a:buNone/>
              <a:defRPr sz="1200">
                <a:solidFill>
                  <a:srgbClr val="000000"/>
                </a:solidFill>
              </a:defRPr>
            </a:pPr>
            <a:r>
              <a:rPr sz="1200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    __tablename__ = "users"</a:t>
            </a:r>
          </a:p>
          <a:p xmlns:a="http://schemas.openxmlformats.org/drawingml/2006/main">
            <a:pPr algn="l">
              <a:buNone/>
              <a:defRPr sz="1200">
                <a:solidFill>
                  <a:srgbClr val="000000"/>
                </a:solidFill>
              </a:defRPr>
            </a:pPr>
            <a:r>
              <a:rPr sz="1200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    id = Column(Integer, primary_key=True)</a:t>
            </a:r>
          </a:p>
          <a:p xmlns:a="http://schemas.openxmlformats.org/drawingml/2006/main">
            <a:pPr algn="l">
              <a:buNone/>
              <a:defRPr sz="1200">
                <a:solidFill>
                  <a:srgbClr val="000000"/>
                </a:solidFill>
              </a:defRPr>
            </a:pPr>
            <a:r>
              <a:rPr sz="1200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    email = Column(String, unique=True)</a:t>
            </a:r>
          </a:p>
          <a:p xmlns:a="http://schemas.openxmlformats.org/drawingml/2006/main">
            <a:pPr algn="l">
              <a:buNone/>
              <a:defRPr sz="1200">
                <a:solidFill>
                  <a:srgbClr val="000000"/>
                </a:solidFill>
              </a:defRPr>
            </a:pPr>
            <a:r>
              <a:rPr sz="1200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• CRUD: session.add(), session.query(), session.commit()</a:t>
            </a:r>
          </a:p>
          <a:p xmlns:a="http://schemas.openxmlformats.org/drawingml/2006/main">
            <a:pPr algn="l">
              <a:buNone/>
              <a:defRPr sz="1200">
                <a:solidFill>
                  <a:srgbClr val="000000"/>
                </a:solidFill>
              </a:defRPr>
            </a:pPr>
            <a:r>
              <a:rPr sz="1200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• Alembic for database migrations</a:t>
            </a:r>
          </a:p>
          <a:p xmlns:a="http://schemas.openxmlformats.org/drawingml/2006/main">
            <a:pPr algn="l">
              <a:buNone/>
              <a:defRPr sz="1200">
                <a:solidFill>
                  <a:srgbClr val="000000"/>
                </a:solidFill>
              </a:defRPr>
            </a:pPr>
            <a:r>
              <a:rPr sz="1200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• Benefit: write Python, not raw SQL (mostly)</a:t>
            </a:r>
          </a:p>
        </p:txBody>
      </p:sp>
      <p:sp>
        <p:nvSpPr>
          <p:cNvPr id="9" name="Rectangle 8">
            <a:extLst xmlns:a="http://schemas.openxmlformats.org/drawingml/2006/main">
              <a:ext uri="{FF2B5EF4-FFF2-40B4-BE49-F238E27FC236}">
                <a16:creationId xmlns:a16="http://schemas.microsoft.com/office/drawing/2014/main" id="{91048D33-EFAA-4A8A-8B02-A02914AF51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0" y="6353547"/>
            <a:ext cx="12192000" cy="504453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bg1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0" name="Triangle 9">
            <a:extLst xmlns:a="http://schemas.openxmlformats.org/drawingml/2006/main">
              <a:ext uri="{FF2B5EF4-FFF2-40B4-BE49-F238E27FC236}">
                <a16:creationId xmlns:a16="http://schemas.microsoft.com/office/drawing/2014/main" id="{72C99142-C527-47C0-9ADA-E1644F269E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99810" y="6103973"/>
            <a:ext cx="1057836" cy="541128"/>
          </a:xfrm>
          <a:prstGeom xmlns:a="http://schemas.openxmlformats.org/drawingml/2006/main" prst="triangle">
            <a:avLst/>
          </a:prstGeom>
          <a:solidFill xmlns:a="http://schemas.openxmlformats.org/drawingml/2006/main">
            <a:schemeClr val="bg1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pic>
        <p:nvPicPr>
          <p:cNvPr id="21" name="Picture 13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46ab6c2086844cd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0" flipH="0" flipV="0">
            <a:off x="10168476" y="6561997"/>
            <a:ext cx="1800224" cy="125128"/>
          </a:xfrm>
          <a:prstGeom xmlns:a="http://schemas.openxmlformats.org/drawingml/2006/main" prst="rect">
            <a:avLst/>
          </a:prstGeom>
        </p:spPr>
      </p:pic>
      <p:pic>
        <p:nvPicPr>
          <p:cNvPr id="22" name="Picture 1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885e74d3ffa4beb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0" flipH="0" flipV="0">
            <a:off x="219176" y="6509469"/>
            <a:ext cx="2248720" cy="230184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99195590"/>
      </p:ext>
    </p:extLst>
  </p:cSld>
</p:sld>
</file>

<file path=ppt/slides/slide6.xml><?xml version="1.0" encoding="utf-8"?>
<p:sld xmlns:p="http://schemas.openxmlformats.org/presentationml/2006/main">
  <p:cSld>
    <p:bg>
      <p:bgPr>
        <a:gradFill xmlns:a="http://schemas.openxmlformats.org/drawingml/2006/main" rotWithShape="1">
          <a:gsLst>
            <a:gs pos="0">
              <a:schemeClr val="bg1">
                <a:lumMod val="92000"/>
              </a:schemeClr>
            </a:gs>
            <a:gs pos="100000">
              <a:schemeClr val="bg1">
                <a:lumMod val="88000"/>
                <a:lumOff val="12000"/>
              </a:schemeClr>
            </a:gs>
          </a:gsLst>
          <a:lin ang="16200000" scaled="1"/>
          <a:tileRect/>
        </a:gra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 3">
            <a:extLst xmlns:a="http://schemas.openxmlformats.org/drawingml/2006/main">
              <a:ext uri="{FF2B5EF4-FFF2-40B4-BE49-F238E27FC236}">
                <a16:creationId xmlns:a16="http://schemas.microsoft.com/office/drawing/2014/main" id="{AC3A0666-506B-462D-B32A-14F21B5443B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 </a:t>
            </a:r>
          </a:p>
        </p:txBody>
      </p:sp>
      <p:sp>
        <p:nvSpPr>
          <p:cNvPr id="11" name="TextBox 10">
            <a:extLst xmlns:a="http://schemas.openxmlformats.org/drawingml/2006/main">
              <a:ext uri="{FF2B5EF4-FFF2-40B4-BE49-F238E27FC236}">
                <a16:creationId xmlns:a16="http://schemas.microsoft.com/office/drawing/2014/main" id="{A5AAC5D0-94C2-4E0B-86E7-AF0419486E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9788" y="1392943"/>
            <a:ext cx="8805657" cy="769441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100" b="1">
                <a:solidFill>
                  <a:srgbClr val="000000"/>
                </a:solidFill>
              </a:defRPr>
            </a:pPr>
            <a:r>
              <a:rPr sz="2100" b="1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JWT Authentication</a:t>
            </a:r>
          </a:p>
        </p:txBody>
      </p:sp>
      <p:sp>
        <p:nvSpPr>
          <p:cNvPr id="12" name="TextBox 11">
            <a:extLst xmlns:a="http://schemas.openxmlformats.org/drawingml/2006/main">
              <a:ext uri="{FF2B5EF4-FFF2-40B4-BE49-F238E27FC236}">
                <a16:creationId xmlns:a16="http://schemas.microsoft.com/office/drawing/2014/main" id="{2B3842CB-38B7-4926-8183-23D924A8AB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9788" y="2134184"/>
            <a:ext cx="5299788" cy="5232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44546A"/>
                </a:solidFill>
              </a:defRPr>
            </a:pPr>
            <a:r>
              <a:rPr sz="1350" b="1">
                <a:solidFill>
                  <a:srgbClr val="44546A"/>
                </a:solidFill>
                <a:latin typeface="Helvetica Neue"/>
                <a:ea typeface="Helvetica Neue"/>
                <a:cs typeface="Helvetica Neue"/>
              </a:rPr>
              <a:t>Securing your API endpoints</a:t>
            </a:r>
          </a:p>
        </p:txBody>
      </p:sp>
      <p:sp>
        <p:nvSpPr>
          <p:cNvPr id="2" name="TextBox 1">
            <a:extLst xmlns:a="http://schemas.openxmlformats.org/drawingml/2006/main">
              <a:ext uri="{FF2B5EF4-FFF2-40B4-BE49-F238E27FC236}">
                <a16:creationId xmlns:a16="http://schemas.microsoft.com/office/drawing/2014/main" id="{E90B26FD-A3B0-408B-AF4C-53D3569BDB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9788" y="3292168"/>
            <a:ext cx="6794726" cy="2286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>
                <a:solidFill>
                  <a:srgbClr val="000000"/>
                </a:solidFill>
              </a:defRPr>
            </a:pPr>
            <a:r>
              <a:rPr sz="1200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• JWT = JSON Web Token (stateless authentication)</a:t>
            </a:r>
          </a:p>
          <a:p xmlns:a="http://schemas.openxmlformats.org/drawingml/2006/main">
            <a:pPr algn="l">
              <a:buNone/>
              <a:defRPr sz="1200">
                <a:solidFill>
                  <a:srgbClr val="000000"/>
                </a:solidFill>
              </a:defRPr>
            </a:pPr>
            <a:r>
              <a:rPr sz="1200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• Login: user sends credentials -&gt; server returns token</a:t>
            </a:r>
          </a:p>
          <a:p xmlns:a="http://schemas.openxmlformats.org/drawingml/2006/main">
            <a:pPr algn="l">
              <a:buNone/>
              <a:defRPr sz="1200">
                <a:solidFill>
                  <a:srgbClr val="000000"/>
                </a:solidFill>
              </a:defRPr>
            </a:pPr>
            <a:r>
              <a:rPr sz="1200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• Token contains: header, payload (user info, expiry), signature</a:t>
            </a:r>
          </a:p>
          <a:p xmlns:a="http://schemas.openxmlformats.org/drawingml/2006/main">
            <a:pPr algn="l">
              <a:buNone/>
              <a:defRPr sz="1200">
                <a:solidFill>
                  <a:srgbClr val="000000"/>
                </a:solidFill>
              </a:defRPr>
            </a:pPr>
            <a:r>
              <a:rPr sz="1200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• Client sends: Authorization: Bearer &lt;token&gt;</a:t>
            </a:r>
          </a:p>
          <a:p xmlns:a="http://schemas.openxmlformats.org/drawingml/2006/main">
            <a:pPr algn="l">
              <a:buNone/>
              <a:defRPr sz="1200">
                <a:solidFill>
                  <a:srgbClr val="000000"/>
                </a:solidFill>
              </a:defRPr>
            </a:pPr>
            <a:r>
              <a:rPr sz="1200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• Server verifies signature on each request</a:t>
            </a:r>
          </a:p>
          <a:p xmlns:a="http://schemas.openxmlformats.org/drawingml/2006/main">
            <a:pPr algn="l">
              <a:buNone/>
              <a:defRPr sz="1200">
                <a:solidFill>
                  <a:srgbClr val="000000"/>
                </a:solidFill>
              </a:defRPr>
            </a:pPr>
            <a:r>
              <a:rPr sz="1200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• Libraries: PyJWT, python-jose, fastapi-jwt-auth</a:t>
            </a:r>
          </a:p>
          <a:p xmlns:a="http://schemas.openxmlformats.org/drawingml/2006/main">
            <a:pPr algn="l">
              <a:buNone/>
              <a:defRPr sz="1200">
                <a:solidFill>
                  <a:srgbClr val="000000"/>
                </a:solidFill>
              </a:defRPr>
            </a:pPr>
            <a:r>
              <a:rPr sz="1200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• Why JWT? No server-side session storage, works across services</a:t>
            </a:r>
          </a:p>
        </p:txBody>
      </p:sp>
      <p:sp>
        <p:nvSpPr>
          <p:cNvPr id="9" name="Rectangle 8">
            <a:extLst xmlns:a="http://schemas.openxmlformats.org/drawingml/2006/main">
              <a:ext uri="{FF2B5EF4-FFF2-40B4-BE49-F238E27FC236}">
                <a16:creationId xmlns:a16="http://schemas.microsoft.com/office/drawing/2014/main" id="{91048D33-EFAA-4A8A-8B02-A02914AF51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0" y="6353547"/>
            <a:ext cx="12192000" cy="504453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bg1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0" name="Triangle 9">
            <a:extLst xmlns:a="http://schemas.openxmlformats.org/drawingml/2006/main">
              <a:ext uri="{FF2B5EF4-FFF2-40B4-BE49-F238E27FC236}">
                <a16:creationId xmlns:a16="http://schemas.microsoft.com/office/drawing/2014/main" id="{72C99142-C527-47C0-9ADA-E1644F269E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99810" y="6103973"/>
            <a:ext cx="1057836" cy="541128"/>
          </a:xfrm>
          <a:prstGeom xmlns:a="http://schemas.openxmlformats.org/drawingml/2006/main" prst="triangle">
            <a:avLst/>
          </a:prstGeom>
          <a:solidFill xmlns:a="http://schemas.openxmlformats.org/drawingml/2006/main">
            <a:schemeClr val="bg1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pic>
        <p:nvPicPr>
          <p:cNvPr id="21" name="Picture 13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323b8269db9436f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0" flipH="0" flipV="0">
            <a:off x="10168476" y="6561997"/>
            <a:ext cx="1800224" cy="125128"/>
          </a:xfrm>
          <a:prstGeom xmlns:a="http://schemas.openxmlformats.org/drawingml/2006/main" prst="rect">
            <a:avLst/>
          </a:prstGeom>
        </p:spPr>
      </p:pic>
      <p:pic>
        <p:nvPicPr>
          <p:cNvPr id="22" name="Picture 1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ff1cc34eaa847bd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0" flipH="0" flipV="0">
            <a:off x="219176" y="6509469"/>
            <a:ext cx="2248720" cy="230184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99195590"/>
      </p:ext>
    </p:extLst>
  </p:cSld>
</p:sld>
</file>

<file path=ppt/slides/slide7.xml><?xml version="1.0" encoding="utf-8"?>
<p:sld xmlns:p="http://schemas.openxmlformats.org/presentationml/2006/main">
  <p:cSld>
    <p:bg>
      <p:bgPr>
        <a:gradFill xmlns:a="http://schemas.openxmlformats.org/drawingml/2006/main" rotWithShape="1">
          <a:gsLst>
            <a:gs pos="0">
              <a:schemeClr val="bg1">
                <a:lumMod val="92000"/>
              </a:schemeClr>
            </a:gs>
            <a:gs pos="100000">
              <a:schemeClr val="bg1">
                <a:lumMod val="88000"/>
                <a:lumOff val="12000"/>
              </a:schemeClr>
            </a:gs>
          </a:gsLst>
          <a:lin ang="16200000" scaled="1"/>
          <a:tileRect/>
        </a:gra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 3">
            <a:extLst xmlns:a="http://schemas.openxmlformats.org/drawingml/2006/main">
              <a:ext uri="{FF2B5EF4-FFF2-40B4-BE49-F238E27FC236}">
                <a16:creationId xmlns:a16="http://schemas.microsoft.com/office/drawing/2014/main" id="{AC3A0666-506B-462D-B32A-14F21B5443B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 </a:t>
            </a:r>
          </a:p>
        </p:txBody>
      </p:sp>
      <p:sp>
        <p:nvSpPr>
          <p:cNvPr id="11" name="TextBox 10">
            <a:extLst xmlns:a="http://schemas.openxmlformats.org/drawingml/2006/main">
              <a:ext uri="{FF2B5EF4-FFF2-40B4-BE49-F238E27FC236}">
                <a16:creationId xmlns:a16="http://schemas.microsoft.com/office/drawing/2014/main" id="{A5AAC5D0-94C2-4E0B-86E7-AF0419486E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9788" y="1392943"/>
            <a:ext cx="8805657" cy="769441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100" b="1">
                <a:solidFill>
                  <a:srgbClr val="000000"/>
                </a:solidFill>
              </a:defRPr>
            </a:pPr>
            <a:r>
              <a:rPr sz="2100" b="1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API Testing &amp; Documentation</a:t>
            </a:r>
          </a:p>
        </p:txBody>
      </p:sp>
      <p:sp>
        <p:nvSpPr>
          <p:cNvPr id="12" name="TextBox 11">
            <a:extLst xmlns:a="http://schemas.openxmlformats.org/drawingml/2006/main">
              <a:ext uri="{FF2B5EF4-FFF2-40B4-BE49-F238E27FC236}">
                <a16:creationId xmlns:a16="http://schemas.microsoft.com/office/drawing/2014/main" id="{2B3842CB-38B7-4926-8183-23D924A8AB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9788" y="2134184"/>
            <a:ext cx="5299788" cy="944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44546A"/>
                </a:solidFill>
              </a:defRPr>
            </a:pPr>
            <a:r>
              <a:rPr sz="1350" b="1">
                <a:solidFill>
                  <a:srgbClr val="44546A"/>
                </a:solidFill>
                <a:latin typeface="Helvetica Neue"/>
                <a:ea typeface="Helvetica Neue"/>
                <a:cs typeface="Helvetica Neue"/>
              </a:rPr>
              <a:t>Documentation and testing tools</a:t>
            </a:r>
          </a:p>
        </p:txBody>
      </p:sp>
      <p:sp>
        <p:nvSpPr>
          <p:cNvPr id="2" name="TextBox 1">
            <a:extLst xmlns:a="http://schemas.openxmlformats.org/drawingml/2006/main">
              <a:ext uri="{FF2B5EF4-FFF2-40B4-BE49-F238E27FC236}">
                <a16:creationId xmlns:a16="http://schemas.microsoft.com/office/drawing/2014/main" id="{E90B26FD-A3B0-408B-AF4C-53D3569BDB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9788" y="3292168"/>
            <a:ext cx="6794726" cy="2560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>
                <a:solidFill>
                  <a:srgbClr val="000000"/>
                </a:solidFill>
              </a:defRPr>
            </a:pPr>
            <a:r>
              <a:rPr sz="1200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• Swagger UI (FastAPI auto-generates at /docs)</a:t>
            </a:r>
          </a:p>
          <a:p xmlns:a="http://schemas.openxmlformats.org/drawingml/2006/main">
            <a:pPr algn="l">
              <a:buNone/>
              <a:defRPr sz="1200">
                <a:solidFill>
                  <a:srgbClr val="000000"/>
                </a:solidFill>
              </a:defRPr>
            </a:pPr>
            <a:r>
              <a:rPr sz="1200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• Redoc: alternative documentation view</a:t>
            </a:r>
          </a:p>
          <a:p xmlns:a="http://schemas.openxmlformats.org/drawingml/2006/main">
            <a:pPr algn="l">
              <a:buNone/>
              <a:defRPr sz="1200">
                <a:solidFill>
                  <a:srgbClr val="000000"/>
                </a:solidFill>
              </a:defRPr>
            </a:pPr>
            <a:r>
              <a:rPr sz="1200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• API testing tools:</a:t>
            </a:r>
          </a:p>
          <a:p xmlns:a="http://schemas.openxmlformats.org/drawingml/2006/main">
            <a:pPr algn="l">
              <a:buNone/>
              <a:defRPr sz="1200">
                <a:solidFill>
                  <a:srgbClr val="000000"/>
                </a:solidFill>
              </a:defRPr>
            </a:pPr>
            <a:r>
              <a:rPr sz="1200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  • Postman: collections, environment variables, tests</a:t>
            </a:r>
          </a:p>
          <a:p xmlns:a="http://schemas.openxmlformats.org/drawingml/2006/main">
            <a:pPr algn="l">
              <a:buNone/>
              <a:defRPr sz="1200">
                <a:solidFill>
                  <a:srgbClr val="000000"/>
                </a:solidFill>
              </a:defRPr>
            </a:pPr>
            <a:r>
              <a:rPr sz="1200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  • APIFOX: similar to Postman, popular in Asia</a:t>
            </a:r>
          </a:p>
          <a:p xmlns:a="http://schemas.openxmlformats.org/drawingml/2006/main">
            <a:pPr algn="l">
              <a:buNone/>
              <a:defRPr sz="1200">
                <a:solidFill>
                  <a:srgbClr val="000000"/>
                </a:solidFill>
              </a:defRPr>
            </a:pPr>
            <a:r>
              <a:rPr sz="1200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  • curl: command-line testing</a:t>
            </a:r>
          </a:p>
          <a:p xmlns:a="http://schemas.openxmlformats.org/drawingml/2006/main">
            <a:pPr algn="l">
              <a:buNone/>
              <a:defRPr sz="1200">
                <a:solidFill>
                  <a:srgbClr val="000000"/>
                </a:solidFill>
              </a:defRPr>
            </a:pPr>
            <a:r>
              <a:rPr sz="1200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• API contract testing: verify endpoint matches spec</a:t>
            </a:r>
          </a:p>
          <a:p xmlns:a="http://schemas.openxmlformats.org/drawingml/2006/main">
            <a:pPr algn="l">
              <a:buNone/>
              <a:defRPr sz="1200">
                <a:solidFill>
                  <a:srgbClr val="000000"/>
                </a:solidFill>
              </a:defRPr>
            </a:pPr>
            <a:r>
              <a:rPr sz="1200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• Rate limiting: prevent abuse (e.g. 100 req/min)</a:t>
            </a:r>
          </a:p>
          <a:p xmlns:a="http://schemas.openxmlformats.org/drawingml/2006/main">
            <a:pPr algn="l">
              <a:buNone/>
              <a:defRPr sz="1200">
                <a:solidFill>
                  <a:srgbClr val="000000"/>
                </a:solidFill>
              </a:defRPr>
            </a:pPr>
            <a:r>
              <a:rPr sz="1200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• Input validation: never trust user input</a:t>
            </a:r>
          </a:p>
        </p:txBody>
      </p:sp>
      <p:sp>
        <p:nvSpPr>
          <p:cNvPr id="9" name="Rectangle 8">
            <a:extLst xmlns:a="http://schemas.openxmlformats.org/drawingml/2006/main">
              <a:ext uri="{FF2B5EF4-FFF2-40B4-BE49-F238E27FC236}">
                <a16:creationId xmlns:a16="http://schemas.microsoft.com/office/drawing/2014/main" id="{91048D33-EFAA-4A8A-8B02-A02914AF51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0" y="6353547"/>
            <a:ext cx="12192000" cy="504453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bg1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0" name="Triangle 9">
            <a:extLst xmlns:a="http://schemas.openxmlformats.org/drawingml/2006/main">
              <a:ext uri="{FF2B5EF4-FFF2-40B4-BE49-F238E27FC236}">
                <a16:creationId xmlns:a16="http://schemas.microsoft.com/office/drawing/2014/main" id="{72C99142-C527-47C0-9ADA-E1644F269E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99810" y="6103973"/>
            <a:ext cx="1057836" cy="541128"/>
          </a:xfrm>
          <a:prstGeom xmlns:a="http://schemas.openxmlformats.org/drawingml/2006/main" prst="triangle">
            <a:avLst/>
          </a:prstGeom>
          <a:solidFill xmlns:a="http://schemas.openxmlformats.org/drawingml/2006/main">
            <a:schemeClr val="bg1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pic>
        <p:nvPicPr>
          <p:cNvPr id="21" name="Picture 13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ef03bc6e0d842ff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0" flipH="0" flipV="0">
            <a:off x="10168476" y="6561997"/>
            <a:ext cx="1800224" cy="125128"/>
          </a:xfrm>
          <a:prstGeom xmlns:a="http://schemas.openxmlformats.org/drawingml/2006/main" prst="rect">
            <a:avLst/>
          </a:prstGeom>
        </p:spPr>
      </p:pic>
      <p:pic>
        <p:nvPicPr>
          <p:cNvPr id="22" name="Picture 1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9b27c4313ce4e6b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0" flipH="0" flipV="0">
            <a:off x="219176" y="6509469"/>
            <a:ext cx="2248720" cy="230184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99195590"/>
      </p:ext>
    </p:extLst>
  </p:cSld>
</p:sld>
</file>

<file path=ppt/slides/slide8.xml><?xml version="1.0" encoding="utf-8"?>
<p:sld xmlns:p="http://schemas.openxmlformats.org/presentationml/2006/main">
  <p:cSld>
    <p:bg>
      <p:bgPr>
        <a:gradFill xmlns:a="http://schemas.openxmlformats.org/drawingml/2006/main" rotWithShape="1">
          <a:gsLst>
            <a:gs pos="0">
              <a:schemeClr val="bg1">
                <a:lumMod val="92000"/>
              </a:schemeClr>
            </a:gs>
            <a:gs pos="100000">
              <a:schemeClr val="bg1">
                <a:lumMod val="88000"/>
                <a:lumOff val="12000"/>
              </a:schemeClr>
            </a:gs>
          </a:gsLst>
          <a:lin ang="16200000" scaled="1"/>
          <a:tileRect/>
        </a:gra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 3">
            <a:extLst xmlns:a="http://schemas.openxmlformats.org/drawingml/2006/main">
              <a:ext uri="{FF2B5EF4-FFF2-40B4-BE49-F238E27FC236}">
                <a16:creationId xmlns:a16="http://schemas.microsoft.com/office/drawing/2014/main" id="{AC3A0666-506B-462D-B32A-14F21B5443B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 </a:t>
            </a:r>
          </a:p>
        </p:txBody>
      </p:sp>
      <p:sp>
        <p:nvSpPr>
          <p:cNvPr id="11" name="TextBox 10">
            <a:extLst xmlns:a="http://schemas.openxmlformats.org/drawingml/2006/main">
              <a:ext uri="{FF2B5EF4-FFF2-40B4-BE49-F238E27FC236}">
                <a16:creationId xmlns:a16="http://schemas.microsoft.com/office/drawing/2014/main" id="{A5AAC5D0-94C2-4E0B-86E7-AF0419486E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9788" y="1392943"/>
            <a:ext cx="8805657" cy="769441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100" b="1">
                <a:solidFill>
                  <a:srgbClr val="000000"/>
                </a:solidFill>
              </a:defRPr>
            </a:pPr>
            <a:r>
              <a:rPr sz="2100" b="1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AI Boost: Endpoint Generation</a:t>
            </a:r>
          </a:p>
        </p:txBody>
      </p:sp>
      <p:sp>
        <p:nvSpPr>
          <p:cNvPr id="12" name="TextBox 11">
            <a:extLst xmlns:a="http://schemas.openxmlformats.org/drawingml/2006/main">
              <a:ext uri="{FF2B5EF4-FFF2-40B4-BE49-F238E27FC236}">
                <a16:creationId xmlns:a16="http://schemas.microsoft.com/office/drawing/2014/main" id="{2B3842CB-38B7-4926-8183-23D924A8AB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9788" y="2134184"/>
            <a:ext cx="5299788" cy="5232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44546A"/>
                </a:solidFill>
              </a:defRPr>
            </a:pPr>
            <a:r>
              <a:rPr sz="1350" b="1">
                <a:solidFill>
                  <a:srgbClr val="44546A"/>
                </a:solidFill>
                <a:latin typeface="Helvetica Neue"/>
                <a:ea typeface="Helvetica Neue"/>
                <a:cs typeface="Helvetica Neue"/>
              </a:rPr>
              <a:t>AI-assisted endpoint creation</a:t>
            </a:r>
          </a:p>
        </p:txBody>
      </p:sp>
      <p:sp>
        <p:nvSpPr>
          <p:cNvPr id="2" name="TextBox 1">
            <a:extLst xmlns:a="http://schemas.openxmlformats.org/drawingml/2006/main">
              <a:ext uri="{FF2B5EF4-FFF2-40B4-BE49-F238E27FC236}">
                <a16:creationId xmlns:a16="http://schemas.microsoft.com/office/drawing/2014/main" id="{E90B26FD-A3B0-408B-AF4C-53D3569BDB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9788" y="3292168"/>
            <a:ext cx="6794726" cy="2560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>
                <a:solidFill>
                  <a:srgbClr val="000000"/>
                </a:solidFill>
              </a:defRPr>
            </a:pPr>
            <a:r>
              <a:rPr sz="1200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• Prompt: Generate a FastAPI endpoint for user registration with email, password, and name</a:t>
            </a:r>
          </a:p>
          <a:p xmlns:a="http://schemas.openxmlformats.org/drawingml/2006/main">
            <a:pPr algn="l">
              <a:buNone/>
              <a:defRPr sz="1200">
                <a:solidFill>
                  <a:srgbClr val="000000"/>
                </a:solidFill>
              </a:defRPr>
            </a:pPr>
            <a:r>
              <a:rPr sz="1200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• AI outputs full endpoint code with:</a:t>
            </a:r>
          </a:p>
          <a:p xmlns:a="http://schemas.openxmlformats.org/drawingml/2006/main">
            <a:pPr algn="l">
              <a:buNone/>
              <a:defRPr sz="1200">
                <a:solidFill>
                  <a:srgbClr val="000000"/>
                </a:solidFill>
              </a:defRPr>
            </a:pPr>
            <a:r>
              <a:rPr sz="1200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  • Request/response models (Pydantic)</a:t>
            </a:r>
          </a:p>
          <a:p xmlns:a="http://schemas.openxmlformats.org/drawingml/2006/main">
            <a:pPr algn="l">
              <a:buNone/>
              <a:defRPr sz="1200">
                <a:solidFill>
                  <a:srgbClr val="000000"/>
                </a:solidFill>
              </a:defRPr>
            </a:pPr>
            <a:r>
              <a:rPr sz="1200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  • Input validation</a:t>
            </a:r>
          </a:p>
          <a:p xmlns:a="http://schemas.openxmlformats.org/drawingml/2006/main">
            <a:pPr algn="l">
              <a:buNone/>
              <a:defRPr sz="1200">
                <a:solidFill>
                  <a:srgbClr val="000000"/>
                </a:solidFill>
              </a:defRPr>
            </a:pPr>
            <a:r>
              <a:rPr sz="1200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  • Database operations</a:t>
            </a:r>
          </a:p>
          <a:p xmlns:a="http://schemas.openxmlformats.org/drawingml/2006/main">
            <a:pPr algn="l">
              <a:buNone/>
              <a:defRPr sz="1200">
                <a:solidFill>
                  <a:srgbClr val="000000"/>
                </a:solidFill>
              </a:defRPr>
            </a:pPr>
            <a:r>
              <a:rPr sz="1200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  • Error handling</a:t>
            </a:r>
          </a:p>
          <a:p xmlns:a="http://schemas.openxmlformats.org/drawingml/2006/main">
            <a:pPr algn="l">
              <a:buNone/>
              <a:defRPr sz="1200">
                <a:solidFill>
                  <a:srgbClr val="000000"/>
                </a:solidFill>
              </a:defRPr>
            </a:pPr>
            <a:r>
              <a:rPr sz="1200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• AI can also generate test payloads and edge cases</a:t>
            </a:r>
          </a:p>
          <a:p xmlns:a="http://schemas.openxmlformats.org/drawingml/2006/main">
            <a:pPr algn="l">
              <a:buNone/>
              <a:defRPr sz="1200">
                <a:solidFill>
                  <a:srgbClr val="000000"/>
                </a:solidFill>
              </a:defRPr>
            </a:pPr>
            <a:r>
              <a:rPr sz="1200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• Review and test everything AI produces</a:t>
            </a:r>
          </a:p>
        </p:txBody>
      </p:sp>
      <p:sp>
        <p:nvSpPr>
          <p:cNvPr id="9" name="Rectangle 8">
            <a:extLst xmlns:a="http://schemas.openxmlformats.org/drawingml/2006/main">
              <a:ext uri="{FF2B5EF4-FFF2-40B4-BE49-F238E27FC236}">
                <a16:creationId xmlns:a16="http://schemas.microsoft.com/office/drawing/2014/main" id="{91048D33-EFAA-4A8A-8B02-A02914AF51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0" y="6353547"/>
            <a:ext cx="12192000" cy="504453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bg1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0" name="Triangle 9">
            <a:extLst xmlns:a="http://schemas.openxmlformats.org/drawingml/2006/main">
              <a:ext uri="{FF2B5EF4-FFF2-40B4-BE49-F238E27FC236}">
                <a16:creationId xmlns:a16="http://schemas.microsoft.com/office/drawing/2014/main" id="{72C99142-C527-47C0-9ADA-E1644F269E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99810" y="6103973"/>
            <a:ext cx="1057836" cy="541128"/>
          </a:xfrm>
          <a:prstGeom xmlns:a="http://schemas.openxmlformats.org/drawingml/2006/main" prst="triangle">
            <a:avLst/>
          </a:prstGeom>
          <a:solidFill xmlns:a="http://schemas.openxmlformats.org/drawingml/2006/main">
            <a:schemeClr val="bg1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pic>
        <p:nvPicPr>
          <p:cNvPr id="21" name="Picture 13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398941ecf6d41e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0" flipH="0" flipV="0">
            <a:off x="10168476" y="6561997"/>
            <a:ext cx="1800224" cy="125128"/>
          </a:xfrm>
          <a:prstGeom xmlns:a="http://schemas.openxmlformats.org/drawingml/2006/main" prst="rect">
            <a:avLst/>
          </a:prstGeom>
        </p:spPr>
      </p:pic>
      <p:pic>
        <p:nvPicPr>
          <p:cNvPr id="22" name="Picture 1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58a5e2bf743474e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0" flipH="0" flipV="0">
            <a:off x="219176" y="6509469"/>
            <a:ext cx="2248720" cy="230184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99195590"/>
      </p:ext>
    </p:extLst>
  </p:cSld>
</p:sld>
</file>

<file path=ppt/slides/slide9.xml><?xml version="1.0" encoding="utf-8"?>
<p:sld xmlns:p="http://schemas.openxmlformats.org/presentationml/2006/main">
  <p:cSld>
    <p:bg>
      <p:bgPr>
        <a:gradFill xmlns:a="http://schemas.openxmlformats.org/drawingml/2006/main" rotWithShape="1">
          <a:gsLst>
            <a:gs pos="0">
              <a:schemeClr val="bg1">
                <a:lumMod val="92000"/>
              </a:schemeClr>
            </a:gs>
            <a:gs pos="100000">
              <a:schemeClr val="bg1">
                <a:lumMod val="88000"/>
                <a:lumOff val="12000"/>
              </a:schemeClr>
            </a:gs>
          </a:gsLst>
          <a:lin ang="16200000" scaled="1"/>
          <a:tileRect/>
        </a:gra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 3">
            <a:extLst xmlns:a="http://schemas.openxmlformats.org/drawingml/2006/main">
              <a:ext uri="{FF2B5EF4-FFF2-40B4-BE49-F238E27FC236}">
                <a16:creationId xmlns:a16="http://schemas.microsoft.com/office/drawing/2014/main" id="{AC3A0666-506B-462D-B32A-14F21B5443B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 </a:t>
            </a:r>
          </a:p>
        </p:txBody>
      </p:sp>
      <p:sp>
        <p:nvSpPr>
          <p:cNvPr id="11" name="TextBox 10">
            <a:extLst xmlns:a="http://schemas.openxmlformats.org/drawingml/2006/main">
              <a:ext uri="{FF2B5EF4-FFF2-40B4-BE49-F238E27FC236}">
                <a16:creationId xmlns:a16="http://schemas.microsoft.com/office/drawing/2014/main" id="{A5AAC5D0-94C2-4E0B-86E7-AF0419486E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9788" y="1392943"/>
            <a:ext cx="8805657" cy="14325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100" b="1">
                <a:solidFill>
                  <a:srgbClr val="000000"/>
                </a:solidFill>
              </a:defRPr>
            </a:pPr>
            <a:r>
              <a:rPr sz="2100" b="1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Soft Skills: Cross-Team Collaboration</a:t>
            </a:r>
          </a:p>
        </p:txBody>
      </p:sp>
      <p:sp>
        <p:nvSpPr>
          <p:cNvPr id="12" name="TextBox 11">
            <a:extLst xmlns:a="http://schemas.openxmlformats.org/drawingml/2006/main">
              <a:ext uri="{FF2B5EF4-FFF2-40B4-BE49-F238E27FC236}">
                <a16:creationId xmlns:a16="http://schemas.microsoft.com/office/drawing/2014/main" id="{2B3842CB-38B7-4926-8183-23D924A8AB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9788" y="2134184"/>
            <a:ext cx="5299788" cy="5232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44546A"/>
                </a:solidFill>
              </a:defRPr>
            </a:pPr>
            <a:r>
              <a:rPr sz="1350" b="1">
                <a:solidFill>
                  <a:srgbClr val="44546A"/>
                </a:solidFill>
                <a:latin typeface="Helvetica Neue"/>
                <a:ea typeface="Helvetica Neue"/>
                <a:cs typeface="Helvetica Neue"/>
              </a:rPr>
              <a:t>Coordinate API testing</a:t>
            </a:r>
          </a:p>
        </p:txBody>
      </p:sp>
      <p:sp>
        <p:nvSpPr>
          <p:cNvPr id="2" name="TextBox 1">
            <a:extLst xmlns:a="http://schemas.openxmlformats.org/drawingml/2006/main">
              <a:ext uri="{FF2B5EF4-FFF2-40B4-BE49-F238E27FC236}">
                <a16:creationId xmlns:a16="http://schemas.microsoft.com/office/drawing/2014/main" id="{E90B26FD-A3B0-408B-AF4C-53D3569BDB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9788" y="3292168"/>
            <a:ext cx="6794726" cy="31089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>
                <a:solidFill>
                  <a:srgbClr val="000000"/>
                </a:solidFill>
              </a:defRPr>
            </a:pPr>
            <a:r>
              <a:rPr sz="1200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• Scenario: Your team built the API, another team builds the frontend</a:t>
            </a:r>
          </a:p>
          <a:p xmlns:a="http://schemas.openxmlformats.org/drawingml/2006/main">
            <a:pPr algn="l">
              <a:buNone/>
              <a:defRPr sz="1200">
                <a:solidFill>
                  <a:srgbClr val="000000"/>
                </a:solidFill>
              </a:defRPr>
            </a:pPr>
            <a:r>
              <a:rPr sz="1200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• Activity: Share your API spec with a partner (the 'frontend' team)</a:t>
            </a:r>
          </a:p>
          <a:p xmlns:a="http://schemas.openxmlformats.org/drawingml/2006/main">
            <a:pPr algn="l">
              <a:buNone/>
              <a:defRPr sz="1200">
                <a:solidFill>
                  <a:srgbClr val="000000"/>
                </a:solidFill>
              </a:defRPr>
            </a:pPr>
            <a:r>
              <a:rPr sz="1200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• They try to consume your API and find issues</a:t>
            </a:r>
          </a:p>
          <a:p xmlns:a="http://schemas.openxmlformats.org/drawingml/2006/main">
            <a:pPr algn="l">
              <a:buNone/>
              <a:defRPr sz="1200">
                <a:solidFill>
                  <a:srgbClr val="000000"/>
                </a:solidFill>
              </a:defRPr>
            </a:pPr>
            <a:r>
              <a:rPr sz="1200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• Discuss:</a:t>
            </a:r>
          </a:p>
          <a:p xmlns:a="http://schemas.openxmlformats.org/drawingml/2006/main">
            <a:pPr algn="l">
              <a:buNone/>
              <a:defRPr sz="1200">
                <a:solidFill>
                  <a:srgbClr val="000000"/>
                </a:solidFill>
              </a:defRPr>
            </a:pPr>
            <a:r>
              <a:rPr sz="1200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  • Is the API intuitive?</a:t>
            </a:r>
          </a:p>
          <a:p xmlns:a="http://schemas.openxmlformats.org/drawingml/2006/main">
            <a:pPr algn="l">
              <a:buNone/>
              <a:defRPr sz="1200">
                <a:solidFill>
                  <a:srgbClr val="000000"/>
                </a:solidFill>
              </a:defRPr>
            </a:pPr>
            <a:r>
              <a:rPr sz="1200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  • Are error messages clear?</a:t>
            </a:r>
          </a:p>
          <a:p xmlns:a="http://schemas.openxmlformats.org/drawingml/2006/main">
            <a:pPr algn="l">
              <a:buNone/>
              <a:defRPr sz="1200">
                <a:solidFill>
                  <a:srgbClr val="000000"/>
                </a:solidFill>
              </a:defRPr>
            </a:pPr>
            <a:r>
              <a:rPr sz="1200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  • Is the documentation sufficient?</a:t>
            </a:r>
          </a:p>
          <a:p xmlns:a="http://schemas.openxmlformats.org/drawingml/2006/main">
            <a:pPr algn="l">
              <a:buNone/>
              <a:defRPr sz="1200">
                <a:solidFill>
                  <a:srgbClr val="000000"/>
                </a:solidFill>
              </a:defRPr>
            </a:pPr>
            <a:r>
              <a:rPr sz="1200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• Iterate on your API based on their feedback</a:t>
            </a:r>
          </a:p>
          <a:p xmlns:a="http://schemas.openxmlformats.org/drawingml/2006/main">
            <a:pPr algn="l">
              <a:buNone/>
              <a:defRPr sz="1200">
                <a:solidFill>
                  <a:srgbClr val="000000"/>
                </a:solidFill>
              </a:defRPr>
            </a:pPr>
            <a:r>
              <a:rPr sz="1200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• Lesson: Good APIs are designed with the consumer in mind</a:t>
            </a:r>
          </a:p>
        </p:txBody>
      </p:sp>
      <p:sp>
        <p:nvSpPr>
          <p:cNvPr id="9" name="Rectangle 8">
            <a:extLst xmlns:a="http://schemas.openxmlformats.org/drawingml/2006/main">
              <a:ext uri="{FF2B5EF4-FFF2-40B4-BE49-F238E27FC236}">
                <a16:creationId xmlns:a16="http://schemas.microsoft.com/office/drawing/2014/main" id="{91048D33-EFAA-4A8A-8B02-A02914AF51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0" y="6353547"/>
            <a:ext cx="12192000" cy="504453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bg1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0" name="Triangle 9">
            <a:extLst xmlns:a="http://schemas.openxmlformats.org/drawingml/2006/main">
              <a:ext uri="{FF2B5EF4-FFF2-40B4-BE49-F238E27FC236}">
                <a16:creationId xmlns:a16="http://schemas.microsoft.com/office/drawing/2014/main" id="{72C99142-C527-47C0-9ADA-E1644F269E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99810" y="6103973"/>
            <a:ext cx="1057836" cy="541128"/>
          </a:xfrm>
          <a:prstGeom xmlns:a="http://schemas.openxmlformats.org/drawingml/2006/main" prst="triangle">
            <a:avLst/>
          </a:prstGeom>
          <a:solidFill xmlns:a="http://schemas.openxmlformats.org/drawingml/2006/main">
            <a:schemeClr val="bg1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pic>
        <p:nvPicPr>
          <p:cNvPr id="21" name="Picture 13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cce795574a84319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0" flipH="0" flipV="0">
            <a:off x="10168476" y="6561997"/>
            <a:ext cx="1800224" cy="125128"/>
          </a:xfrm>
          <a:prstGeom xmlns:a="http://schemas.openxmlformats.org/drawingml/2006/main" prst="rect">
            <a:avLst/>
          </a:prstGeom>
        </p:spPr>
      </p:pic>
      <p:pic>
        <p:nvPicPr>
          <p:cNvPr id="22" name="Picture 1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5b224260ed741eb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0" flipH="0" flipV="0">
            <a:off x="219176" y="6509469"/>
            <a:ext cx="2248720" cy="230184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99195590"/>
      </p:ext>
    </p:extLst>
  </p:cSld>
</p:sld>
</file>

<file path=ppt/slides/slide10.xml><?xml version="1.0" encoding="utf-8"?>
<p:sld xmlns:p="http://schemas.openxmlformats.org/presentationml/2006/main">
  <p:cSld>
    <p:bg>
      <p:bgPr>
        <a:gradFill xmlns:a="http://schemas.openxmlformats.org/drawingml/2006/main" rotWithShape="1">
          <a:gsLst>
            <a:gs pos="0">
              <a:schemeClr val="bg1">
                <a:lumMod val="92000"/>
              </a:schemeClr>
            </a:gs>
            <a:gs pos="100000">
              <a:schemeClr val="bg1">
                <a:lumMod val="88000"/>
                <a:lumOff val="12000"/>
              </a:schemeClr>
            </a:gs>
          </a:gsLst>
          <a:lin ang="16200000" scaled="1"/>
          <a:tileRect/>
        </a:gra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 3">
            <a:extLst xmlns:a="http://schemas.openxmlformats.org/drawingml/2006/main">
              <a:ext uri="{FF2B5EF4-FFF2-40B4-BE49-F238E27FC236}">
                <a16:creationId xmlns:a16="http://schemas.microsoft.com/office/drawing/2014/main" id="{AC3A0666-506B-462D-B32A-14F21B5443B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 </a:t>
            </a:r>
          </a:p>
        </p:txBody>
      </p:sp>
      <p:sp>
        <p:nvSpPr>
          <p:cNvPr id="11" name="TextBox 10">
            <a:extLst xmlns:a="http://schemas.openxmlformats.org/drawingml/2006/main">
              <a:ext uri="{FF2B5EF4-FFF2-40B4-BE49-F238E27FC236}">
                <a16:creationId xmlns:a16="http://schemas.microsoft.com/office/drawing/2014/main" id="{A5AAC5D0-94C2-4E0B-86E7-AF0419486E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9788" y="1392943"/>
            <a:ext cx="8805657" cy="769441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100" b="1">
                <a:solidFill>
                  <a:srgbClr val="000000"/>
                </a:solidFill>
              </a:defRPr>
            </a:pPr>
            <a:r>
              <a:rPr sz="2100" b="1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Summary &amp; Looking Ahead</a:t>
            </a:r>
          </a:p>
        </p:txBody>
      </p:sp>
      <p:sp>
        <p:nvSpPr>
          <p:cNvPr id="12" name="TextBox 11">
            <a:extLst xmlns:a="http://schemas.openxmlformats.org/drawingml/2006/main">
              <a:ext uri="{FF2B5EF4-FFF2-40B4-BE49-F238E27FC236}">
                <a16:creationId xmlns:a16="http://schemas.microsoft.com/office/drawing/2014/main" id="{2B3842CB-38B7-4926-8183-23D924A8AB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9788" y="2134184"/>
            <a:ext cx="5299788" cy="5232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44546A"/>
                </a:solidFill>
              </a:defRPr>
            </a:pPr>
            <a:r>
              <a:rPr sz="1350" b="1">
                <a:solidFill>
                  <a:srgbClr val="44546A"/>
                </a:solidFill>
                <a:latin typeface="Helvetica Neue"/>
                <a:ea typeface="Helvetica Neue"/>
                <a:cs typeface="Helvetica Neue"/>
              </a:rPr>
              <a:t>Week 7 Recap</a:t>
            </a:r>
          </a:p>
        </p:txBody>
      </p:sp>
      <p:sp>
        <p:nvSpPr>
          <p:cNvPr id="2" name="TextBox 1">
            <a:extLst xmlns:a="http://schemas.openxmlformats.org/drawingml/2006/main">
              <a:ext uri="{FF2B5EF4-FFF2-40B4-BE49-F238E27FC236}">
                <a16:creationId xmlns:a16="http://schemas.microsoft.com/office/drawing/2014/main" id="{E90B26FD-A3B0-408B-AF4C-53D3569BDB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9788" y="3292168"/>
            <a:ext cx="6794726" cy="20116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>
                <a:solidFill>
                  <a:srgbClr val="000000"/>
                </a:solidFill>
              </a:defRPr>
            </a:pPr>
            <a:r>
              <a:rPr sz="1200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• FastAPI makes building REST APIs fast and type-safe</a:t>
            </a:r>
          </a:p>
          <a:p xmlns:a="http://schemas.openxmlformats.org/drawingml/2006/main">
            <a:pPr algn="l">
              <a:buNone/>
              <a:defRPr sz="1200">
                <a:solidFill>
                  <a:srgbClr val="000000"/>
                </a:solidFill>
              </a:defRPr>
            </a:pPr>
            <a:r>
              <a:rPr sz="1200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• SQLAlchemy ORM connects Python to databases</a:t>
            </a:r>
          </a:p>
          <a:p xmlns:a="http://schemas.openxmlformats.org/drawingml/2006/main">
            <a:pPr algn="l">
              <a:buNone/>
              <a:defRPr sz="1200">
                <a:solidFill>
                  <a:srgbClr val="000000"/>
                </a:solidFill>
              </a:defRPr>
            </a:pPr>
            <a:r>
              <a:rPr sz="1200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• JWT provides stateless authentication</a:t>
            </a:r>
          </a:p>
          <a:p xmlns:a="http://schemas.openxmlformats.org/drawingml/2006/main">
            <a:pPr algn="l">
              <a:buNone/>
              <a:defRPr sz="1200">
                <a:solidFill>
                  <a:srgbClr val="000000"/>
                </a:solidFill>
              </a:defRPr>
            </a:pPr>
            <a:r>
              <a:rPr sz="1200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• Swagger auto-docs make APIs self-documenting</a:t>
            </a:r>
          </a:p>
          <a:p xmlns:a="http://schemas.openxmlformats.org/drawingml/2006/main">
            <a:pPr algn="l">
              <a:buNone/>
              <a:defRPr sz="1200">
                <a:solidFill>
                  <a:srgbClr val="000000"/>
                </a:solidFill>
              </a:defRPr>
            </a:pPr>
            <a:r>
              <a:rPr sz="1200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• APIs should be designed for their consumers</a:t>
            </a:r>
          </a:p>
          <a:p xmlns:a="http://schemas.openxmlformats.org/drawingml/2006/main">
            <a:pPr algn="l">
              <a:buNone/>
              <a:defRPr sz="1200">
                <a:solidFill>
                  <a:srgbClr val="000000"/>
                </a:solidFill>
              </a:defRPr>
            </a:pPr>
            <a:r>
              <a:rPr sz="1200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• Next week: Software Testing Strategies</a:t>
            </a:r>
          </a:p>
          <a:p xmlns:a="http://schemas.openxmlformats.org/drawingml/2006/main">
            <a:pPr algn="l">
              <a:buNone/>
              <a:defRPr sz="1200">
                <a:solidFill>
                  <a:srgbClr val="000000"/>
                </a:solidFill>
              </a:defRPr>
            </a:pPr>
            <a:r>
              <a:rPr sz="1200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• Assignment: Build a secure REST API endpoint</a:t>
            </a:r>
          </a:p>
        </p:txBody>
      </p:sp>
      <p:sp>
        <p:nvSpPr>
          <p:cNvPr id="9" name="Rectangle 8">
            <a:extLst xmlns:a="http://schemas.openxmlformats.org/drawingml/2006/main">
              <a:ext uri="{FF2B5EF4-FFF2-40B4-BE49-F238E27FC236}">
                <a16:creationId xmlns:a16="http://schemas.microsoft.com/office/drawing/2014/main" id="{91048D33-EFAA-4A8A-8B02-A02914AF51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0" y="6353547"/>
            <a:ext cx="12192000" cy="504453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bg1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0" name="Triangle 9">
            <a:extLst xmlns:a="http://schemas.openxmlformats.org/drawingml/2006/main">
              <a:ext uri="{FF2B5EF4-FFF2-40B4-BE49-F238E27FC236}">
                <a16:creationId xmlns:a16="http://schemas.microsoft.com/office/drawing/2014/main" id="{72C99142-C527-47C0-9ADA-E1644F269E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99810" y="6103973"/>
            <a:ext cx="1057836" cy="541128"/>
          </a:xfrm>
          <a:prstGeom xmlns:a="http://schemas.openxmlformats.org/drawingml/2006/main" prst="triangle">
            <a:avLst/>
          </a:prstGeom>
          <a:solidFill xmlns:a="http://schemas.openxmlformats.org/drawingml/2006/main">
            <a:schemeClr val="bg1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pic>
        <p:nvPicPr>
          <p:cNvPr id="21" name="Picture 13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3e6f4822dab4b5f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0" flipH="0" flipV="0">
            <a:off x="10168476" y="6561997"/>
            <a:ext cx="1800224" cy="125128"/>
          </a:xfrm>
          <a:prstGeom xmlns:a="http://schemas.openxmlformats.org/drawingml/2006/main" prst="rect">
            <a:avLst/>
          </a:prstGeom>
        </p:spPr>
      </p:pic>
      <p:pic>
        <p:nvPicPr>
          <p:cNvPr id="22" name="Picture 1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04f8869ee61486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0" flipH="0" flipV="0">
            <a:off x="219176" y="6509469"/>
            <a:ext cx="2248720" cy="230184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99195590"/>
      </p:ext>
    </p:extLst>
  </p:cSld>
</p:sld>
</file>

<file path=ppt/theme/theme1.xml><?xml version="1.0" encoding="utf-8"?>
<a:theme xmlns:a="http://schemas.openxmlformats.org/drawingml/2006/main" name="LBSU">
  <a:themeElements>
    <a:clrScheme name="LBSU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Franklin Gothic">
      <a:majorFont>
        <a:latin typeface="Franklin Gothic Medium"/>
        <a:ea typeface=""/>
        <a:cs typeface=""/>
        <a:font script="Jpan" typeface="HG創英角ｺﾞｼｯｸUB"/>
        <a:font script="Hang" typeface="돋움"/>
        <a:font script="Hans" typeface="隶书"/>
        <a:font script="Hant" typeface="微軟正黑體"/>
        <a:font script="Arab" typeface="Tahoma"/>
        <a:font script="Hebr" typeface="Aharoni"/>
        <a:font script="Thai" typeface="Lily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Franklin Gothic Book"/>
        <a:ea typeface=""/>
        <a:cs typeface=""/>
        <a:font script="Jpan" typeface="HGｺﾞｼｯｸE"/>
        <a:font script="Hang" typeface="돋움"/>
        <a:font script="Hans" typeface="华文楷体"/>
        <a:font script="Hant" typeface="微軟正黑體"/>
        <a:font script="Arab" typeface="Tahoma"/>
        <a:font script="Hebr" typeface="Aharoni"/>
        <a:font script="Thai" typeface="Lily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LBSU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2026-07-14T12:46:59.3080000Z</dcterms:created>
  <dcterms:modified xsi:type="dcterms:W3CDTF">2026-07-14T12:46:59.3080000Z</dcterms:modified>
</coreProperties>
</file>