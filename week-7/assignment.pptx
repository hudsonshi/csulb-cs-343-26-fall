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09cabe7434940" /><Relationship Type="http://schemas.openxmlformats.org/officeDocument/2006/relationships/extended-properties" Target="/docProps/app.xml" Id="Rf64e5d6e7d4d49d9" /><Relationship Type="http://schemas.openxmlformats.org/officeDocument/2006/relationships/officeDocument" Target="/ppt/presentation.xml" Id="R100991bd8f0e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45021e2c74d6f"/>
  </p:sldMasterIdLst>
  <p:notesMasterIdLst>
    <p:notesMasterId xmlns:r="http://schemas.openxmlformats.org/officeDocument/2006/relationships" r:id="Rba64cb43c96e4e29"/>
  </p:notesMasterIdLst>
  <p:sldIdLst>
    <p:sldId xmlns:r="http://schemas.openxmlformats.org/officeDocument/2006/relationships" id="256" r:id="R547e789490a140ec"/>
    <p:sldId xmlns:r="http://schemas.openxmlformats.org/officeDocument/2006/relationships" id="257" r:id="Rbabe3d22c68a4986"/>
    <p:sldId xmlns:r="http://schemas.openxmlformats.org/officeDocument/2006/relationships" id="258" r:id="Re404cf937fb34f5a"/>
    <p:sldId xmlns:r="http://schemas.openxmlformats.org/officeDocument/2006/relationships" id="259" r:id="R8c8641ca043544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2822bbef4f44e1" /><Relationship Type="http://schemas.openxmlformats.org/officeDocument/2006/relationships/slideMaster" Target="/ppt/slideMasters/slideMaster1.xml" Id="R66145021e2c74d6f" /><Relationship Type="http://schemas.openxmlformats.org/officeDocument/2006/relationships/notesMaster" Target="/ppt/notesMasters/notesMaster1.xml" Id="Rba64cb43c96e4e29" /><Relationship Type="http://schemas.openxmlformats.org/officeDocument/2006/relationships/presProps" Target="/ppt/presProps.xml" Id="Rd64cfca5dc914a28" /><Relationship Type="http://schemas.openxmlformats.org/officeDocument/2006/relationships/viewProps" Target="/ppt/viewProps.xml" Id="R95146fb60a7e4588" /><Relationship Type="http://schemas.openxmlformats.org/officeDocument/2006/relationships/tableStyles" Target="/ppt/tableStyles.xml" Id="R56bb4c5ac14745d5" /><Relationship Type="http://schemas.openxmlformats.org/officeDocument/2006/relationships/slide" Target="/ppt/slides/slide1.xml" Id="R547e789490a140ec" /><Relationship Type="http://schemas.openxmlformats.org/officeDocument/2006/relationships/slide" Target="/ppt/slides/slide2.xml" Id="Rbabe3d22c68a4986" /><Relationship Type="http://schemas.openxmlformats.org/officeDocument/2006/relationships/slide" Target="/ppt/slides/slide3.xml" Id="Re404cf937fb34f5a" /><Relationship Type="http://schemas.openxmlformats.org/officeDocument/2006/relationships/slide" Target="/ppt/slides/slide4.xml" Id="R8c8641ca043544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3c4389f70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22b10be5e4f68" /><Relationship Type="http://schemas.openxmlformats.org/officeDocument/2006/relationships/notesMaster" Target="/ppt/notesMasters/notesMaster1.xml" Id="R9fbe7fd90715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b8e1803c641c5" /><Relationship Type="http://schemas.openxmlformats.org/officeDocument/2006/relationships/notesMaster" Target="/ppt/notesMasters/notesMaster1.xml" Id="Rfd908dbcaec6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e59d87dfee41f5" /><Relationship Type="http://schemas.openxmlformats.org/officeDocument/2006/relationships/notesMaster" Target="/ppt/notesMasters/notesMaster1.xml" Id="R34185c8fd33a49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3f438f89e4dc8" /><Relationship Type="http://schemas.openxmlformats.org/officeDocument/2006/relationships/notesMaster" Target="/ppt/notesMasters/notesMaster1.xml" Id="R5d6dc568f1f7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35f92cce248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818ff25cd41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b98a15c5943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170175ad54a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6b1b2b99d42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19769433a49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8c4bf9d5e4f54" /><Relationship Type="http://schemas.openxmlformats.org/officeDocument/2006/relationships/image" Target="/ppt/media/image.emf" Id="Rbd9c9acb55f7435c" /><Relationship Type="http://schemas.openxmlformats.org/officeDocument/2006/relationships/image" Target="/ppt/media/image2.emf" Id="R8de8d088ac144a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2fb7e67f146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42836b40a491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F75CB8-5986-4801-AA27-02E834CC61A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D673F65-0EE0-4E85-8A49-C1BAB08053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DECCB6-B74E-4D30-A472-2DDF49DC04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BCEF3F-2364-4609-B375-B39F60FBB7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566158-EABD-4304-9408-7EA0BCED4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D221DE-D50C-4F45-A31A-2A8FC0C427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FD44DA-ABAF-4A76-B1D7-A90DA675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E6A954-DB38-47EF-A8F9-930A980640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D7FCFC-36EA-470F-BB3A-8D500DCD9C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20B5D3-83EE-4846-BB3D-FE1BFD97C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856EF0-CF09-428C-8200-9493DBFDA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B14D25-A1F0-4513-AC75-D96D1A7DEB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06A899B-B87E-4A51-86BB-5E456F1137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522830B-65EC-49CA-87E2-A57FAD41576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FBFF0A-065A-4F16-88B6-66EB3BD9B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B6420-E28F-4F9E-B897-BF04A4E86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E8C7FD-AD0C-4765-A242-274BB69FFD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7952375-1F82-4EA2-AEE7-2E86CA926F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46D0379-72BB-4436-B30C-61B793BC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79BDBF94-F934-44ED-A28F-39CFDD3B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c9acb55f7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8d088ac14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C4F4CB-7763-486B-B539-457B2B1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D7563658-1CF5-47BC-97E6-833FD689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c9acb55f7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8d088ac14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AE25CE-56C4-4C38-9817-8F100BE8E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7F6E1AE-C9A7-446A-AAFF-41615E57B74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5EAC02-9FE8-4B9D-9A00-0456265F99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9c99a359281e468f" /><Relationship Type="http://schemas.openxmlformats.org/officeDocument/2006/relationships/image" Target="/ppt/media/image2.emf" Id="R2d25ee8f344e4d54" /><Relationship Type="http://schemas.openxmlformats.org/officeDocument/2006/relationships/theme" Target="/ppt/slideMasters/theme/theme2.xml" Id="R62aef73ea46949dd" /><Relationship Type="http://schemas.openxmlformats.org/officeDocument/2006/relationships/slideLayout" Target="/ppt/slideLayouts/slideLayout1.xml" Id="Rb023200ef69a4cb9" /><Relationship Type="http://schemas.openxmlformats.org/officeDocument/2006/relationships/slideLayout" Target="/ppt/slideLayouts/slideLayout2.xml" Id="R903ba5d8e9a54975" /><Relationship Type="http://schemas.openxmlformats.org/officeDocument/2006/relationships/slideLayout" Target="/ppt/slideLayouts/slideLayout3.xml" Id="Rc8f04e745ce34a74" /><Relationship Type="http://schemas.openxmlformats.org/officeDocument/2006/relationships/slideLayout" Target="/ppt/slideLayouts/slideLayout4.xml" Id="R9f38b0e308cf4cde" /><Relationship Type="http://schemas.openxmlformats.org/officeDocument/2006/relationships/slideLayout" Target="/ppt/slideLayouts/slideLayout5.xml" Id="R38f72379b6cd4de1" /><Relationship Type="http://schemas.openxmlformats.org/officeDocument/2006/relationships/slideLayout" Target="/ppt/slideLayouts/slideLayout6.xml" Id="Rbe952f803fed467b" /><Relationship Type="http://schemas.openxmlformats.org/officeDocument/2006/relationships/slideLayout" Target="/ppt/slideLayouts/slideLayout7.xml" Id="R95d448bada214988" /><Relationship Type="http://schemas.openxmlformats.org/officeDocument/2006/relationships/slideLayout" Target="/ppt/slideLayouts/slideLayout8.xml" Id="R43b28e2f729e4e32" /><Relationship Type="http://schemas.openxmlformats.org/officeDocument/2006/relationships/slideLayout" Target="/ppt/slideLayouts/slideLayout9.xml" Id="R5cc169bc2eb1470c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E59040B-A35E-4874-B9E5-B42D5307C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D9BBE6-D6AD-4439-AD3A-9A0C58849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301C0AE-E6B3-4A62-85C7-C9CCB4E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210DDAA1-0C60-47EA-A84A-924C420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9a359281e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5ee8f344e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F899DEE-C9DF-4A19-8BB2-748E567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E46C2B29-CBBF-4968-B12E-44BCC49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9a359281e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5ee8f344e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3200ef69a4cb9"/>
    <p:sldLayoutId xmlns:r="http://schemas.openxmlformats.org/officeDocument/2006/relationships" id="2147483650" r:id="R903ba5d8e9a54975"/>
    <p:sldLayoutId xmlns:r="http://schemas.openxmlformats.org/officeDocument/2006/relationships" id="2147483651" r:id="Rc8f04e745ce34a74"/>
    <p:sldLayoutId xmlns:r="http://schemas.openxmlformats.org/officeDocument/2006/relationships" id="2147483652" r:id="R9f38b0e308cf4cde"/>
    <p:sldLayoutId xmlns:r="http://schemas.openxmlformats.org/officeDocument/2006/relationships" id="2147483653" r:id="R38f72379b6cd4de1"/>
    <p:sldLayoutId xmlns:r="http://schemas.openxmlformats.org/officeDocument/2006/relationships" id="2147483654" r:id="Rbe952f803fed467b"/>
    <p:sldLayoutId xmlns:r="http://schemas.openxmlformats.org/officeDocument/2006/relationships" id="2147483655" r:id="R95d448bada214988"/>
    <p:sldLayoutId xmlns:r="http://schemas.openxmlformats.org/officeDocument/2006/relationships" id="2147483656" r:id="R43b28e2f729e4e32"/>
    <p:sldLayoutId xmlns:r="http://schemas.openxmlformats.org/officeDocument/2006/relationships" id="2147483657" r:id="R5cc169bc2eb1470c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0b88a92e94942" /><Relationship Type="http://schemas.openxmlformats.org/officeDocument/2006/relationships/notesSlide" Target="/ppt/notesSlides/notesSlide1.xml" Id="R19bc8a434f654e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3771f98f26484b" /><Relationship Type="http://schemas.openxmlformats.org/officeDocument/2006/relationships/image" Target="/ppt/media/image.emf" Id="R72326fc6ebb540ad" /><Relationship Type="http://schemas.openxmlformats.org/officeDocument/2006/relationships/image" Target="/ppt/media/image2.emf" Id="R757c6af976984ef9" /><Relationship Type="http://schemas.openxmlformats.org/officeDocument/2006/relationships/notesSlide" Target="/ppt/notesSlides/notesSlide2.xml" Id="Re9cc25fb73154a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ead17854164320" /><Relationship Type="http://schemas.openxmlformats.org/officeDocument/2006/relationships/image" Target="/ppt/media/image.emf" Id="Rcd90435b008a4417" /><Relationship Type="http://schemas.openxmlformats.org/officeDocument/2006/relationships/image" Target="/ppt/media/image2.emf" Id="Rbe234c93fba64e6f" /><Relationship Type="http://schemas.openxmlformats.org/officeDocument/2006/relationships/notesSlide" Target="/ppt/notesSlides/notesSlide3.xml" Id="R3be0482ddaee48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41eebf20f3489e" /><Relationship Type="http://schemas.openxmlformats.org/officeDocument/2006/relationships/image" Target="/ppt/media/image.emf" Id="R41c451d97bd04681" /><Relationship Type="http://schemas.openxmlformats.org/officeDocument/2006/relationships/image" Target="/ppt/media/image2.emf" Id="R711b5f50539b42de" /><Relationship Type="http://schemas.openxmlformats.org/officeDocument/2006/relationships/notesSlide" Target="/ppt/notesSlides/notesSlide4.xml" Id="R62b3eba42f8246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7 Assignment: Secure REST API Endpoint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GitHub repo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9A2786C-A552-4B1B-907B-2E89932FA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EFF065-79FD-461A-B9FC-5964ADF2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557634-68E3-4D46-890C-C5D75F1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REST API with JWT authentication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4F3F289-58A6-4D9A-86AC-7D78CFC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Build a /api/users/register endpoint using FastAPI: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Accept: name, email, password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Validate inputs (email format, password length &gt;= 8)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Hash password before storing (bcrypt)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Store user in PostgreSQL via SQLAlchemy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Return JWT token on successful registration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generate test payloads and edge cases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 it to your Week 6 front-end components. Ensure button debouncing and idempotency.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BBD013-BE3A-49EE-9067-FD35C12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927DAED-CAD7-43F5-AFCD-D208D9D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26fc6ebb5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c6af976984e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9A2786C-A552-4B1B-907B-2E89932FA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EFF065-79FD-461A-B9FC-5964ADF2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557634-68E3-4D46-890C-C5D75F1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4F3F289-58A6-4D9A-86AC-7D78CFC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GitHub repo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FastAPI application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SQLAlchemy models (User table)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JWT authentication implementation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Front-end (Week 6) connected to the API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README.md with setup and run instructions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Postman/APIFOX export with pre-configured requests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email format validation + proper error response format.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BBD013-BE3A-49EE-9067-FD35C12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927DAED-CAD7-43F5-AFCD-D208D9D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0435b008a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34c93fba64e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9A2786C-A552-4B1B-907B-2E89932FA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EFF065-79FD-461A-B9FC-5964ADF2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557634-68E3-4D46-890C-C5D75F1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4F3F289-58A6-4D9A-86AC-7D78CFC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Working FastAPI app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Database integration via SQLAlchemy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JWT auth working correctly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Front-end connected successfully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Postman/APIFOX collection included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BBD013-BE3A-49EE-9067-FD35C12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0927DAED-CAD7-43F5-AFCD-D208D9D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451d97bd0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b5f50539b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2026-07-14T12:46:59.5620000Z</dcterms:created>
  <dcterms:modified xsi:type="dcterms:W3CDTF">2026-07-14T12:46:59.5620000Z</dcterms:modified>
</coreProperties>
</file>