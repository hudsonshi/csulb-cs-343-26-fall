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f21d73fcf64131" /><Relationship Type="http://schemas.openxmlformats.org/officeDocument/2006/relationships/extended-properties" Target="/docProps/app.xml" Id="Rb52c701f97c147f7" /><Relationship Type="http://schemas.openxmlformats.org/officeDocument/2006/relationships/officeDocument" Target="/ppt/presentation.xml" Id="R4ab0e6f8b9344f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58b9f0166f471d"/>
  </p:sldMasterIdLst>
  <p:notesMasterIdLst>
    <p:notesMasterId xmlns:r="http://schemas.openxmlformats.org/officeDocument/2006/relationships" r:id="Re32f669725b04d6e"/>
  </p:notesMasterIdLst>
  <p:sldIdLst>
    <p:sldId xmlns:r="http://schemas.openxmlformats.org/officeDocument/2006/relationships" id="256" r:id="R896956df8e654cbe"/>
    <p:sldId xmlns:r="http://schemas.openxmlformats.org/officeDocument/2006/relationships" id="257" r:id="R49591a6fd677448c"/>
    <p:sldId xmlns:r="http://schemas.openxmlformats.org/officeDocument/2006/relationships" id="258" r:id="R29b3d4290af64c75"/>
    <p:sldId xmlns:r="http://schemas.openxmlformats.org/officeDocument/2006/relationships" id="259" r:id="Rb1a5a08c5abc446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84902f28bd4dea" /><Relationship Type="http://schemas.openxmlformats.org/officeDocument/2006/relationships/slideMaster" Target="/ppt/slideMasters/slideMaster1.xml" Id="R7258b9f0166f471d" /><Relationship Type="http://schemas.openxmlformats.org/officeDocument/2006/relationships/notesMaster" Target="/ppt/notesMasters/notesMaster1.xml" Id="Re32f669725b04d6e" /><Relationship Type="http://schemas.openxmlformats.org/officeDocument/2006/relationships/presProps" Target="/ppt/presProps.xml" Id="R08cb103917c54a8f" /><Relationship Type="http://schemas.openxmlformats.org/officeDocument/2006/relationships/viewProps" Target="/ppt/viewProps.xml" Id="R3df55dc696e2466e" /><Relationship Type="http://schemas.openxmlformats.org/officeDocument/2006/relationships/tableStyles" Target="/ppt/tableStyles.xml" Id="R1c87e2f9f7a24ee8" /><Relationship Type="http://schemas.openxmlformats.org/officeDocument/2006/relationships/slide" Target="/ppt/slides/slide1.xml" Id="R896956df8e654cbe" /><Relationship Type="http://schemas.openxmlformats.org/officeDocument/2006/relationships/slide" Target="/ppt/slides/slide2.xml" Id="R49591a6fd677448c" /><Relationship Type="http://schemas.openxmlformats.org/officeDocument/2006/relationships/slide" Target="/ppt/slides/slide3.xml" Id="R29b3d4290af64c75" /><Relationship Type="http://schemas.openxmlformats.org/officeDocument/2006/relationships/slide" Target="/ppt/slides/slide4.xml" Id="Rb1a5a08c5abc44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e401c2698e4d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1a38fe855a43c2" /><Relationship Type="http://schemas.openxmlformats.org/officeDocument/2006/relationships/notesMaster" Target="/ppt/notesMasters/notesMaster1.xml" Id="R957b5539bf4040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3d2f4c8b414f76" /><Relationship Type="http://schemas.openxmlformats.org/officeDocument/2006/relationships/notesMaster" Target="/ppt/notesMasters/notesMaster1.xml" Id="R415a4a0ed3e64b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465e3d53054acf" /><Relationship Type="http://schemas.openxmlformats.org/officeDocument/2006/relationships/notesMaster" Target="/ppt/notesMasters/notesMaster1.xml" Id="R1cae234d88754f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7c794bdf7547f2" /><Relationship Type="http://schemas.openxmlformats.org/officeDocument/2006/relationships/notesMaster" Target="/ppt/notesMasters/notesMaster1.xml" Id="R5185e9adc90347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3b59458a214f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b45437f65c43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9926c8b344435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a290fc169544d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aa52883005484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ab7f5b71f64ad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787d07b588415b" /><Relationship Type="http://schemas.openxmlformats.org/officeDocument/2006/relationships/image" Target="/ppt/media/image.emf" Id="R1c45b694e6c74948" /><Relationship Type="http://schemas.openxmlformats.org/officeDocument/2006/relationships/image" Target="/ppt/media/image2.emf" Id="Rc7a48e3d81e74a6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32fd8eaaa64d6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92077fba7c4fb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7077A7D-BCEF-484C-B650-3694E414465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008136E-19B7-459B-ACFE-340280EFE12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F0880B7-4757-4452-BD73-50F60A16E3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C059572-2A4A-49CF-BBE0-E6444C81327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E935FEE-6FB1-4399-A4E2-F23C2DB960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24746FF-6161-45E0-A24D-FE83307F99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213A65-07EB-4378-AFDC-62B3917204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7F075B-5B35-4628-AAC7-55BE5F1AB89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B78FB52-BC69-4B64-A432-13C1E9DEB56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1729DA-8BF1-46F0-916A-1FEC2FB1F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DB5F136-DEBB-44D3-9873-4716CEBD91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0DDDFFB-335D-4485-B641-C6A8B0719E4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82A6929-F35F-4345-9F82-60DFBE27672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5E07B9F-F056-4F80-A892-E09BDC48809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00FA9F-8D9F-4BEC-9DDC-F3F6E3E4AE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31F1F8-8727-471E-A1DA-5169498A3B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C6A6671-E346-4D2A-A65D-483B7A5D019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6770E17-D6A0-4419-B63F-FA9803E79D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F7AB601-B2D3-4916-9B49-41CF91A0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D624EB46-ADF5-45A5-919D-B0DA4127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5b694e6c749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48e3d81e74a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75C6F86-431A-4244-8840-335FED52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48E89CFE-1E3D-47B0-97DE-1C406D0F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5b694e6c749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48e3d81e74a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F44C42-4CB5-4F90-8FD0-985BC1BA17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6CD121A-536F-4C27-8D04-114D090CCB5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AA2C262-F879-4BB1-B812-2ADC9C0948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34c9b8e7f82042ce" /><Relationship Type="http://schemas.openxmlformats.org/officeDocument/2006/relationships/image" Target="/ppt/media/image2.emf" Id="R370ab9dadb71495d" /><Relationship Type="http://schemas.openxmlformats.org/officeDocument/2006/relationships/theme" Target="/ppt/slideMasters/theme/theme2.xml" Id="R66f23a676b9b47da" /><Relationship Type="http://schemas.openxmlformats.org/officeDocument/2006/relationships/slideLayout" Target="/ppt/slideLayouts/slideLayout1.xml" Id="Rf9d164bfb6ac4954" /><Relationship Type="http://schemas.openxmlformats.org/officeDocument/2006/relationships/slideLayout" Target="/ppt/slideLayouts/slideLayout2.xml" Id="R1be5f71b53c84d32" /><Relationship Type="http://schemas.openxmlformats.org/officeDocument/2006/relationships/slideLayout" Target="/ppt/slideLayouts/slideLayout3.xml" Id="Rbe7f0daadd534eb4" /><Relationship Type="http://schemas.openxmlformats.org/officeDocument/2006/relationships/slideLayout" Target="/ppt/slideLayouts/slideLayout4.xml" Id="Re9e3c25d7f6f4f4f" /><Relationship Type="http://schemas.openxmlformats.org/officeDocument/2006/relationships/slideLayout" Target="/ppt/slideLayouts/slideLayout5.xml" Id="Rf8273fa0776d48f8" /><Relationship Type="http://schemas.openxmlformats.org/officeDocument/2006/relationships/slideLayout" Target="/ppt/slideLayouts/slideLayout6.xml" Id="R84db4b2034e54143" /><Relationship Type="http://schemas.openxmlformats.org/officeDocument/2006/relationships/slideLayout" Target="/ppt/slideLayouts/slideLayout7.xml" Id="Rc672de414df54a8b" /><Relationship Type="http://schemas.openxmlformats.org/officeDocument/2006/relationships/slideLayout" Target="/ppt/slideLayouts/slideLayout8.xml" Id="R371ba1a8cb5a4f87" /><Relationship Type="http://schemas.openxmlformats.org/officeDocument/2006/relationships/slideLayout" Target="/ppt/slideLayouts/slideLayout9.xml" Id="R76b9532e8b414b78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A16EE83-920A-423C-9F16-E304B47A99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3BF68EF-189C-45DD-91EC-EFDE53C973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4583E99-85D6-438C-A249-D0DBD570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55707F97-F57D-46E5-AA9E-F4BFC522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9b8e7f82042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ab9dadb7149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8B4FDF5-EA95-44AF-857D-8F091AA1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5EF4A281-F0BD-45B3-B182-24C5594C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9b8e7f82042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ab9dadb7149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d164bfb6ac4954"/>
    <p:sldLayoutId xmlns:r="http://schemas.openxmlformats.org/officeDocument/2006/relationships" id="2147483650" r:id="R1be5f71b53c84d32"/>
    <p:sldLayoutId xmlns:r="http://schemas.openxmlformats.org/officeDocument/2006/relationships" id="2147483651" r:id="Rbe7f0daadd534eb4"/>
    <p:sldLayoutId xmlns:r="http://schemas.openxmlformats.org/officeDocument/2006/relationships" id="2147483652" r:id="Re9e3c25d7f6f4f4f"/>
    <p:sldLayoutId xmlns:r="http://schemas.openxmlformats.org/officeDocument/2006/relationships" id="2147483653" r:id="Rf8273fa0776d48f8"/>
    <p:sldLayoutId xmlns:r="http://schemas.openxmlformats.org/officeDocument/2006/relationships" id="2147483654" r:id="R84db4b2034e54143"/>
    <p:sldLayoutId xmlns:r="http://schemas.openxmlformats.org/officeDocument/2006/relationships" id="2147483655" r:id="Rc672de414df54a8b"/>
    <p:sldLayoutId xmlns:r="http://schemas.openxmlformats.org/officeDocument/2006/relationships" id="2147483656" r:id="R371ba1a8cb5a4f87"/>
    <p:sldLayoutId xmlns:r="http://schemas.openxmlformats.org/officeDocument/2006/relationships" id="2147483657" r:id="R76b9532e8b414b78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b85883b8f4222" /><Relationship Type="http://schemas.openxmlformats.org/officeDocument/2006/relationships/notesSlide" Target="/ppt/notesSlides/notesSlide1.xml" Id="R96459695810c4b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51bbeff7fd480d" /><Relationship Type="http://schemas.openxmlformats.org/officeDocument/2006/relationships/image" Target="/ppt/media/image.emf" Id="R2c83c44be8994832" /><Relationship Type="http://schemas.openxmlformats.org/officeDocument/2006/relationships/image" Target="/ppt/media/image2.emf" Id="R5d69dace6e564175" /><Relationship Type="http://schemas.openxmlformats.org/officeDocument/2006/relationships/notesSlide" Target="/ppt/notesSlides/notesSlide2.xml" Id="R96e64cdeadb045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d4c13fa71a4b75" /><Relationship Type="http://schemas.openxmlformats.org/officeDocument/2006/relationships/image" Target="/ppt/media/image.emf" Id="R7417b0e073b743c4" /><Relationship Type="http://schemas.openxmlformats.org/officeDocument/2006/relationships/image" Target="/ppt/media/image2.emf" Id="Rc16e4141f3004561" /><Relationship Type="http://schemas.openxmlformats.org/officeDocument/2006/relationships/notesSlide" Target="/ppt/notesSlides/notesSlide3.xml" Id="Rd3c541ea33884b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86bedb19c442ec" /><Relationship Type="http://schemas.openxmlformats.org/officeDocument/2006/relationships/image" Target="/ppt/media/image.emf" Id="R87bde93f906b4ae1" /><Relationship Type="http://schemas.openxmlformats.org/officeDocument/2006/relationships/image" Target="/ppt/media/image2.emf" Id="R9cda3723184b4f7e" /><Relationship Type="http://schemas.openxmlformats.org/officeDocument/2006/relationships/notesSlide" Target="/ppt/notesSlides/notesSlide4.xml" Id="R0047cb0cf09e454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9 Assignment: Automated Deployment Pipeline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Due: Next session - GitHub link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A3F461D-70A7-4CDC-A80D-9DCD38903F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507C108-65CE-49A6-980A-B978BF13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Assignment Overview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43F9EED-6061-4C1A-B5E1-BEF0EE4B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GitHub Actions pipeline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FF72761-27E4-4F3D-8359-5EF71543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Create a GitHub Actions pipeline for your Week 7-8 codebase: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Trigger: on push to main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Steps: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1. Checkout code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2. Set up Python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3. Install dependencies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4. Run tests (pytest)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5. Build Docker image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6. Deploy to staging (Render, Heroku, or Docker Compose)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Use AI to debug a failed pipeline run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Document the issue and how you resolved it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236C5F5-3CC8-49DA-A2FC-DB1FE07F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6080F6F5-866B-47CF-AE2C-4C52B7CA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3c44be89948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9dace6e5641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A3F461D-70A7-4CDC-A80D-9DCD38903F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507C108-65CE-49A6-980A-B978BF13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Submission Requirements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43F9EED-6061-4C1A-B5E1-BEF0EE4B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to turn in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FF72761-27E4-4F3D-8359-5EF71543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Submit: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 link to a green pipeline run (screenshot or URL)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 1-page 'Incident Post-mortem' documenting: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One issue you encountered during pipeline setup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How you diagnosed it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How AI helped (or didn't) in troubleshooting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What you learned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Bonus (+1): Add a Slack/email notification on pipeline failure.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236C5F5-3CC8-49DA-A2FC-DB1FE07F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6080F6F5-866B-47CF-AE2C-4C52B7CA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7b0e073b743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e4141f30045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A3F461D-70A7-4CDC-A80D-9DCD38903F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507C108-65CE-49A6-980A-B978BF13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Grading Rubric (10 pts)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43F9EED-6061-4C1A-B5E1-BEF0EE4B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How you will be graded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FF72761-27E4-4F3D-8359-5EF71543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477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GitHub Actions workflow file created correctly (3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Pipeline runs green (build + test + deploy) (3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Incident post-mortem document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usage for troubleshooting mentioned (1 pt)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On-time submission (1 pt)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236C5F5-3CC8-49DA-A2FC-DB1FE07F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6080F6F5-866B-47CF-AE2C-4C52B7CA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de93f906b4a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a3723184b4f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2026-07-14T12:47:00.7750000Z</dcterms:created>
  <dcterms:modified xsi:type="dcterms:W3CDTF">2026-07-14T12:47:00.7750000Z</dcterms:modified>
</coreProperties>
</file>