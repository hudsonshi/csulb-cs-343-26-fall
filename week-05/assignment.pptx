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3197d2d0c64d34" /><Relationship Type="http://schemas.openxmlformats.org/officeDocument/2006/relationships/extended-properties" Target="/docProps/app.xml" Id="R186b132870104fa8" /><Relationship Type="http://schemas.openxmlformats.org/officeDocument/2006/relationships/officeDocument" Target="/ppt/presentation.xml" Id="Rc87dfed7386140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286ae81cf54639"/>
  </p:sldMasterIdLst>
  <p:notesMasterIdLst>
    <p:notesMasterId xmlns:r="http://schemas.openxmlformats.org/officeDocument/2006/relationships" r:id="Re4a32f2acd1c4dba"/>
  </p:notesMasterIdLst>
  <p:sldIdLst>
    <p:sldId xmlns:r="http://schemas.openxmlformats.org/officeDocument/2006/relationships" id="256" r:id="R84f2372ee1504f57"/>
    <p:sldId xmlns:r="http://schemas.openxmlformats.org/officeDocument/2006/relationships" id="257" r:id="Rbef4ef1a006b410b"/>
    <p:sldId xmlns:r="http://schemas.openxmlformats.org/officeDocument/2006/relationships" id="258" r:id="R500609dbcc94450f"/>
    <p:sldId xmlns:r="http://schemas.openxmlformats.org/officeDocument/2006/relationships" id="259" r:id="Rb5f50a888f414e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75b2f47ed5482a" /><Relationship Type="http://schemas.openxmlformats.org/officeDocument/2006/relationships/slideMaster" Target="/ppt/slideMasters/slideMaster1.xml" Id="R87286ae81cf54639" /><Relationship Type="http://schemas.openxmlformats.org/officeDocument/2006/relationships/notesMaster" Target="/ppt/notesMasters/notesMaster1.xml" Id="Re4a32f2acd1c4dba" /><Relationship Type="http://schemas.openxmlformats.org/officeDocument/2006/relationships/presProps" Target="/ppt/presProps.xml" Id="R20c22ab89c124551" /><Relationship Type="http://schemas.openxmlformats.org/officeDocument/2006/relationships/viewProps" Target="/ppt/viewProps.xml" Id="Ra4b288676c294401" /><Relationship Type="http://schemas.openxmlformats.org/officeDocument/2006/relationships/tableStyles" Target="/ppt/tableStyles.xml" Id="Rd080c776a77741b9" /><Relationship Type="http://schemas.openxmlformats.org/officeDocument/2006/relationships/slide" Target="/ppt/slides/slide1.xml" Id="R84f2372ee1504f57" /><Relationship Type="http://schemas.openxmlformats.org/officeDocument/2006/relationships/slide" Target="/ppt/slides/slide2.xml" Id="Rbef4ef1a006b410b" /><Relationship Type="http://schemas.openxmlformats.org/officeDocument/2006/relationships/slide" Target="/ppt/slides/slide3.xml" Id="R500609dbcc94450f" /><Relationship Type="http://schemas.openxmlformats.org/officeDocument/2006/relationships/slide" Target="/ppt/slides/slide4.xml" Id="Rb5f50a888f414e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d11d3f758042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40119f325a4e3b" /><Relationship Type="http://schemas.openxmlformats.org/officeDocument/2006/relationships/notesMaster" Target="/ppt/notesMasters/notesMaster1.xml" Id="R2eb3662cd3dd42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cc114a159a4867" /><Relationship Type="http://schemas.openxmlformats.org/officeDocument/2006/relationships/notesMaster" Target="/ppt/notesMasters/notesMaster1.xml" Id="Rb5453bb7718148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04d060dc364056" /><Relationship Type="http://schemas.openxmlformats.org/officeDocument/2006/relationships/notesMaster" Target="/ppt/notesMasters/notesMaster1.xml" Id="Rbfa80f376f6d42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c65d44cdd54209" /><Relationship Type="http://schemas.openxmlformats.org/officeDocument/2006/relationships/notesMaster" Target="/ppt/notesMasters/notesMaster1.xml" Id="R12dead57823f47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7b2dee76547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c2e67f76b945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24e51f80742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42154506947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87ad72d9e47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3c8f26dbd4b8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526018fc414c65" /><Relationship Type="http://schemas.openxmlformats.org/officeDocument/2006/relationships/image" Target="/ppt/media/image.emf" Id="Rb6eb83ab6b2f426a" /><Relationship Type="http://schemas.openxmlformats.org/officeDocument/2006/relationships/image" Target="/ppt/media/image2.emf" Id="R20258cc6b64e4f8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3b374dc5740f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c50d6736444e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9CE718-4545-4625-9D5D-FE2751A5747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B41184A-08D0-4DB7-A3BF-33DA1A9B98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E08BBB-0FEB-4F4E-A97F-20A0797290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4B76A55-D85F-40C1-9908-DB62E1DA274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97380A2-8667-4BFF-B45E-A7746DC138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E2DF57-9857-4C13-9816-CDD4A54259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C0A605-E188-44A9-B10D-C66453A8F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AF21B51-136C-489D-B8B0-3688C850227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BA890F8-4053-4A74-859D-102E3DA214D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167B73-66AC-4ED1-A720-AB5F15707F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360E0F7-CD76-4924-9797-8B7F1BCBFD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7F76843-D7B5-4A2D-8D12-C8675BB0B3A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E638992-A390-49FC-A553-CF80092B162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15A374B-8AA5-4803-A312-7FCF1F584F8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AE3A10-8B9E-4191-893D-A88C200F79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AAFBF90-4D11-4DD1-BF6D-FEFD7BEB5E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DACC7FD-8506-4120-940A-83C104138A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AB274DA-6B92-4731-8CEF-B5FD83E360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2610B59-90AE-402E-A2CB-6BDB9F2A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45B6715E-474A-4AF7-9DD6-5CA548BB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b83ab6b2f42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58cc6b64e4f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E52BE7D-276E-4ED9-AAEF-D63D382A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2143AA55-D107-42B4-BB48-42D4FA7F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b83ab6b2f42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58cc6b64e4f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5C5225-347B-4604-80F8-F7BFC78074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1D6A318-5DA2-4D1B-8643-69FB282D86C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2E3031A-261E-482C-AE4B-FCDE66CB2A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4b8f4dcf2b6f458b" /><Relationship Type="http://schemas.openxmlformats.org/officeDocument/2006/relationships/image" Target="/ppt/media/image2.emf" Id="R3f554ccf6d284c9e" /><Relationship Type="http://schemas.openxmlformats.org/officeDocument/2006/relationships/theme" Target="/ppt/slideMasters/theme/theme2.xml" Id="Re6e8ceb817e24c1a" /><Relationship Type="http://schemas.openxmlformats.org/officeDocument/2006/relationships/slideLayout" Target="/ppt/slideLayouts/slideLayout1.xml" Id="Rffa5ec2eb333486f" /><Relationship Type="http://schemas.openxmlformats.org/officeDocument/2006/relationships/slideLayout" Target="/ppt/slideLayouts/slideLayout2.xml" Id="R4fd5c9c562374f29" /><Relationship Type="http://schemas.openxmlformats.org/officeDocument/2006/relationships/slideLayout" Target="/ppt/slideLayouts/slideLayout3.xml" Id="R8b7eac413f2744d7" /><Relationship Type="http://schemas.openxmlformats.org/officeDocument/2006/relationships/slideLayout" Target="/ppt/slideLayouts/slideLayout4.xml" Id="R3ad2ad11058e44d1" /><Relationship Type="http://schemas.openxmlformats.org/officeDocument/2006/relationships/slideLayout" Target="/ppt/slideLayouts/slideLayout5.xml" Id="R9763d42579e94101" /><Relationship Type="http://schemas.openxmlformats.org/officeDocument/2006/relationships/slideLayout" Target="/ppt/slideLayouts/slideLayout6.xml" Id="Rd6e8d667e11b4d77" /><Relationship Type="http://schemas.openxmlformats.org/officeDocument/2006/relationships/slideLayout" Target="/ppt/slideLayouts/slideLayout7.xml" Id="Ra428d50ed66e410d" /><Relationship Type="http://schemas.openxmlformats.org/officeDocument/2006/relationships/slideLayout" Target="/ppt/slideLayouts/slideLayout8.xml" Id="Ra683cd67cd3d4dec" /><Relationship Type="http://schemas.openxmlformats.org/officeDocument/2006/relationships/slideLayout" Target="/ppt/slideLayouts/slideLayout9.xml" Id="R91c7409e4a7045bd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D57795-C546-453D-8676-AC5DB4732B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C2962D3-16B0-429E-AF11-A649C0DE12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30CD511-5418-44A5-9C0C-1539DE49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1E14B277-D6CE-42A1-9FEC-F655EDE1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f4dcf2b6f45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54ccf6d284c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B805185-0F8C-440A-919E-5534C630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70B9622E-F0EF-44DB-A44F-5F72E01B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f4dcf2b6f45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54ccf6d284c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a5ec2eb333486f"/>
    <p:sldLayoutId xmlns:r="http://schemas.openxmlformats.org/officeDocument/2006/relationships" id="2147483650" r:id="R4fd5c9c562374f29"/>
    <p:sldLayoutId xmlns:r="http://schemas.openxmlformats.org/officeDocument/2006/relationships" id="2147483651" r:id="R8b7eac413f2744d7"/>
    <p:sldLayoutId xmlns:r="http://schemas.openxmlformats.org/officeDocument/2006/relationships" id="2147483652" r:id="R3ad2ad11058e44d1"/>
    <p:sldLayoutId xmlns:r="http://schemas.openxmlformats.org/officeDocument/2006/relationships" id="2147483653" r:id="R9763d42579e94101"/>
    <p:sldLayoutId xmlns:r="http://schemas.openxmlformats.org/officeDocument/2006/relationships" id="2147483654" r:id="Rd6e8d667e11b4d77"/>
    <p:sldLayoutId xmlns:r="http://schemas.openxmlformats.org/officeDocument/2006/relationships" id="2147483655" r:id="Ra428d50ed66e410d"/>
    <p:sldLayoutId xmlns:r="http://schemas.openxmlformats.org/officeDocument/2006/relationships" id="2147483656" r:id="Ra683cd67cd3d4dec"/>
    <p:sldLayoutId xmlns:r="http://schemas.openxmlformats.org/officeDocument/2006/relationships" id="2147483657" r:id="R91c7409e4a7045bd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9fb118ff54aaf" /><Relationship Type="http://schemas.openxmlformats.org/officeDocument/2006/relationships/notesSlide" Target="/ppt/notesSlides/notesSlide1.xml" Id="R465fb4bfde6746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56643c2e5b4331" /><Relationship Type="http://schemas.openxmlformats.org/officeDocument/2006/relationships/image" Target="/ppt/media/image.emf" Id="R75e2f27e891e49fa" /><Relationship Type="http://schemas.openxmlformats.org/officeDocument/2006/relationships/image" Target="/ppt/media/image2.emf" Id="R919b4d417c244e7d" /><Relationship Type="http://schemas.openxmlformats.org/officeDocument/2006/relationships/notesSlide" Target="/ppt/notesSlides/notesSlide2.xml" Id="Re74919e582c54a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fed384a03b4d46" /><Relationship Type="http://schemas.openxmlformats.org/officeDocument/2006/relationships/image" Target="/ppt/media/image.emf" Id="Rb25ead7a36234363" /><Relationship Type="http://schemas.openxmlformats.org/officeDocument/2006/relationships/image" Target="/ppt/media/image2.emf" Id="R43319f1a24ab4c42" /><Relationship Type="http://schemas.openxmlformats.org/officeDocument/2006/relationships/notesSlide" Target="/ppt/notesSlides/notesSlide3.xml" Id="R8234b3b9dc4745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0c7cb978844c88" /><Relationship Type="http://schemas.openxmlformats.org/officeDocument/2006/relationships/image" Target="/ppt/media/image.emf" Id="R6993f52113e7446d" /><Relationship Type="http://schemas.openxmlformats.org/officeDocument/2006/relationships/image" Target="/ppt/media/image2.emf" Id="R1fb9dabd7ce5421e" /><Relationship Type="http://schemas.openxmlformats.org/officeDocument/2006/relationships/notesSlide" Target="/ppt/notesSlides/notesSlide4.xml" Id="Re77acf1356d0440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5 Assignment: SOLID Refactoring Exercise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Due: Next session - Create a PR on GitHub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E9E6D88D-0AA7-47BF-BA56-3AFA64DEB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4196930-05F2-42F9-A757-558D50AA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Assignment Overview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4D187A1-27A7-4C8F-A312-E950E2D2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Refactor legacy code to follow SOLID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767168D-403C-4097-8DC6-80806308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You will receive a 'legacy' Python code snippet from the instructor. It violates at least 3 SOLID principles.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Tasks: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1. Use AI (ChatGPT/Claude) to identify violations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2. Refactor the code to follow at least 3 SOLID principles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3. Create a before-and-after diff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4. Create a Pull Request on GitHub with your changes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5. In the PR description, list which SOLID principles were applied and why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82650B0-4E31-4321-8D98-FF3DD3D5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138391D-9E63-4F6A-AC43-02F11ECD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2f27e891e49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b4d417c244e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E9E6D88D-0AA7-47BF-BA56-3AFA64DEB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4196930-05F2-42F9-A757-558D50AA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Submission Requirements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4D187A1-27A7-4C8F-A312-E950E2D2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to turn in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767168D-403C-4097-8DC6-80806308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Submit via GitHub: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Create a PR with the refactored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 description must: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List which SOLID principles were applied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Explain why for each principle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Include the AI prompt used and how you evaluated the output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Push to your course repo's week-5 branch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Bonus (+1): Add unit tests for the refactored classes.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82650B0-4E31-4321-8D98-FF3DD3D5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138391D-9E63-4F6A-AC43-02F11ECD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ead7a36234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19f1a24ab4c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E9E6D88D-0AA7-47BF-BA56-3AFA64DEB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4196930-05F2-42F9-A757-558D50AA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Grading Rubric (10 pts)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4D187A1-27A7-4C8F-A312-E950E2D2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How you will be graded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767168D-403C-4097-8DC6-80806308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Correct identification of violations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At least 3 SOLID principles correctly applied (3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Clean before-and-after diff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 description with reasoning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On-time submission (1 pt)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82650B0-4E31-4321-8D98-FF3DD3D5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138391D-9E63-4F6A-AC43-02F11ECD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3f52113e744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9dabd7ce5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2026-07-14T12:46:58.3420000Z</dcterms:created>
  <dcterms:modified xsi:type="dcterms:W3CDTF">2026-07-14T12:46:58.3420000Z</dcterms:modified>
</coreProperties>
</file>