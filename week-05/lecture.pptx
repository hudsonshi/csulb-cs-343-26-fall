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111fc53c0a4a40" /><Relationship Type="http://schemas.openxmlformats.org/officeDocument/2006/relationships/extended-properties" Target="/docProps/app.xml" Id="Re10b29c5dd2a4d2f" /><Relationship Type="http://schemas.openxmlformats.org/officeDocument/2006/relationships/officeDocument" Target="/ppt/presentation.xml" Id="R09848653a1604b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03c0d81ff24ea0"/>
  </p:sldMasterIdLst>
  <p:notesMasterIdLst>
    <p:notesMasterId xmlns:r="http://schemas.openxmlformats.org/officeDocument/2006/relationships" r:id="R2f6c3d74fbae4279"/>
  </p:notesMasterIdLst>
  <p:sldIdLst>
    <p:sldId xmlns:r="http://schemas.openxmlformats.org/officeDocument/2006/relationships" id="256" r:id="Raae0ebfca2b44053"/>
    <p:sldId xmlns:r="http://schemas.openxmlformats.org/officeDocument/2006/relationships" id="257" r:id="R5375c0e5b52841a2"/>
    <p:sldId xmlns:r="http://schemas.openxmlformats.org/officeDocument/2006/relationships" id="258" r:id="R3b4797c1be124229"/>
    <p:sldId xmlns:r="http://schemas.openxmlformats.org/officeDocument/2006/relationships" id="259" r:id="Rd1a2d7165d8343df"/>
    <p:sldId xmlns:r="http://schemas.openxmlformats.org/officeDocument/2006/relationships" id="260" r:id="R1d2c4c8688c6424e"/>
    <p:sldId xmlns:r="http://schemas.openxmlformats.org/officeDocument/2006/relationships" id="261" r:id="R423d35a5dc694f27"/>
    <p:sldId xmlns:r="http://schemas.openxmlformats.org/officeDocument/2006/relationships" id="262" r:id="R72e3b9d2402847dd"/>
    <p:sldId xmlns:r="http://schemas.openxmlformats.org/officeDocument/2006/relationships" id="263" r:id="Ra8fea3c6343c42f6"/>
    <p:sldId xmlns:r="http://schemas.openxmlformats.org/officeDocument/2006/relationships" id="264" r:id="R1ca8efbaeb514fe6"/>
    <p:sldId xmlns:r="http://schemas.openxmlformats.org/officeDocument/2006/relationships" id="265" r:id="R9149014d4be0452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0b0f2da4e14caa" /><Relationship Type="http://schemas.openxmlformats.org/officeDocument/2006/relationships/slideMaster" Target="/ppt/slideMasters/slideMaster1.xml" Id="R0503c0d81ff24ea0" /><Relationship Type="http://schemas.openxmlformats.org/officeDocument/2006/relationships/notesMaster" Target="/ppt/notesMasters/notesMaster1.xml" Id="R2f6c3d74fbae4279" /><Relationship Type="http://schemas.openxmlformats.org/officeDocument/2006/relationships/presProps" Target="/ppt/presProps.xml" Id="R1477b9b8ebee4270" /><Relationship Type="http://schemas.openxmlformats.org/officeDocument/2006/relationships/viewProps" Target="/ppt/viewProps.xml" Id="R0620f5730f124d7e" /><Relationship Type="http://schemas.openxmlformats.org/officeDocument/2006/relationships/tableStyles" Target="/ppt/tableStyles.xml" Id="R73e95f32cf5e4c09" /><Relationship Type="http://schemas.openxmlformats.org/officeDocument/2006/relationships/slide" Target="/ppt/slides/slide1.xml" Id="Raae0ebfca2b44053" /><Relationship Type="http://schemas.openxmlformats.org/officeDocument/2006/relationships/slide" Target="/ppt/slides/slide2.xml" Id="R5375c0e5b52841a2" /><Relationship Type="http://schemas.openxmlformats.org/officeDocument/2006/relationships/slide" Target="/ppt/slides/slide3.xml" Id="R3b4797c1be124229" /><Relationship Type="http://schemas.openxmlformats.org/officeDocument/2006/relationships/slide" Target="/ppt/slides/slide4.xml" Id="Rd1a2d7165d8343df" /><Relationship Type="http://schemas.openxmlformats.org/officeDocument/2006/relationships/slide" Target="/ppt/slides/slide5.xml" Id="R1d2c4c8688c6424e" /><Relationship Type="http://schemas.openxmlformats.org/officeDocument/2006/relationships/slide" Target="/ppt/slides/slide6.xml" Id="R423d35a5dc694f27" /><Relationship Type="http://schemas.openxmlformats.org/officeDocument/2006/relationships/slide" Target="/ppt/slides/slide7.xml" Id="R72e3b9d2402847dd" /><Relationship Type="http://schemas.openxmlformats.org/officeDocument/2006/relationships/slide" Target="/ppt/slides/slide8.xml" Id="Ra8fea3c6343c42f6" /><Relationship Type="http://schemas.openxmlformats.org/officeDocument/2006/relationships/slide" Target="/ppt/slides/slide9.xml" Id="R1ca8efbaeb514fe6" /><Relationship Type="http://schemas.openxmlformats.org/officeDocument/2006/relationships/slide" Target="/ppt/slides/slide10.xml" Id="R9149014d4be045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8e967605524d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4006101cf74929" /><Relationship Type="http://schemas.openxmlformats.org/officeDocument/2006/relationships/notesMaster" Target="/ppt/notesMasters/notesMaster1.xml" Id="R750252f4a9f042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adf4fd45b74a4f" /><Relationship Type="http://schemas.openxmlformats.org/officeDocument/2006/relationships/notesMaster" Target="/ppt/notesMasters/notesMaster1.xml" Id="R4e05e3b57b004a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e14f964523445b" /><Relationship Type="http://schemas.openxmlformats.org/officeDocument/2006/relationships/notesMaster" Target="/ppt/notesMasters/notesMaster1.xml" Id="R38a42667336543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f8fdc9b41645e8" /><Relationship Type="http://schemas.openxmlformats.org/officeDocument/2006/relationships/notesMaster" Target="/ppt/notesMasters/notesMaster1.xml" Id="Ra6672860e41b4e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e0297b4ed24730" /><Relationship Type="http://schemas.openxmlformats.org/officeDocument/2006/relationships/notesMaster" Target="/ppt/notesMasters/notesMaster1.xml" Id="R632b7922e3d04f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d1f14dfb4343f6" /><Relationship Type="http://schemas.openxmlformats.org/officeDocument/2006/relationships/notesMaster" Target="/ppt/notesMasters/notesMaster1.xml" Id="Rfe04c7082a9640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55f5a748e54129" /><Relationship Type="http://schemas.openxmlformats.org/officeDocument/2006/relationships/notesMaster" Target="/ppt/notesMasters/notesMaster1.xml" Id="Rcebde931086b4e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fb5e16923e4c8b" /><Relationship Type="http://schemas.openxmlformats.org/officeDocument/2006/relationships/notesMaster" Target="/ppt/notesMasters/notesMaster1.xml" Id="Refc6b88a2ca649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e8550cbe3648fd" /><Relationship Type="http://schemas.openxmlformats.org/officeDocument/2006/relationships/notesMaster" Target="/ppt/notesMasters/notesMaster1.xml" Id="R71023532637349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1670f9582643cc" /><Relationship Type="http://schemas.openxmlformats.org/officeDocument/2006/relationships/notesMaster" Target="/ppt/notesMasters/notesMaster1.xml" Id="R8ddc43bb86f646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ef2253850543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f000d8bdba46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1f38f4a6894d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8b723bc3b24f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14a8e1bdb747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41a655b54447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baef95e63e4f22" /><Relationship Type="http://schemas.openxmlformats.org/officeDocument/2006/relationships/image" Target="/ppt/media/image.emf" Id="Rcf5ccbf079da4e7c" /><Relationship Type="http://schemas.openxmlformats.org/officeDocument/2006/relationships/image" Target="/ppt/media/image2.emf" Id="Rc902fc5a88ac442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04a81efb9495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f65ecd10c410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722DC0-2860-453C-A03D-A2DC8BDAA63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828CFEB-4F73-4E5B-997F-8ACAB9B1A2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905F34-2CC5-4AAC-9AB0-70993B47E6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14F04C7-5F15-4E46-BE89-95A15C8CBF0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0639AE-E853-48E0-B972-1C8A1927E4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F091864-9B7A-4DB0-9E6D-3B13D7BD60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14F466-2550-47C9-8E6B-66CB43E8E8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9D1073F-19E1-4B7E-A782-8B91600F941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EA0C405-2F1F-425B-A7E2-DE25DD7D9F8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A433BD-D430-468D-9B79-8585BF243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F494437-7641-403A-B983-3ACEDDE721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B1395C9-DC4B-4446-A691-BF609B3832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C9A21F1-545F-413F-B8A7-FDBC0A136FB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AB98FB3-7EB7-4F33-B27B-BCCDFCDA3F7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7BABC1-883F-4BEC-A8A4-92A09CDE8D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6CA710-D2AF-4F6B-A3D6-E600CEF052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4CD62D9-757E-48B2-8248-C808083464D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D72D77C-0C31-4CD7-838F-B224E6EC8A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E21A982-41D7-4335-A1F3-1B4FD408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D51DF90C-734F-49E5-A454-1A1E9440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ccbf079da4e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2fc5a88ac44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296AADD-5A01-4AF8-A44F-9F664BA6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C2F7189F-FBA7-4B3B-8E0E-989F99FB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ccbf079da4e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2fc5a88ac44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C745105-C4B8-411D-8620-5119212B4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770BC04-5492-4A24-9325-691CFE0AC53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5DFF538-C5A4-4F33-8F9E-C6D6E2EA14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7a7ed5ae349f41ba" /><Relationship Type="http://schemas.openxmlformats.org/officeDocument/2006/relationships/image" Target="/ppt/media/image2.emf" Id="R7ec310bff7c64c79" /><Relationship Type="http://schemas.openxmlformats.org/officeDocument/2006/relationships/theme" Target="/ppt/slideMasters/theme/theme2.xml" Id="Rc21872b694ee43af" /><Relationship Type="http://schemas.openxmlformats.org/officeDocument/2006/relationships/slideLayout" Target="/ppt/slideLayouts/slideLayout1.xml" Id="R9e75def98e544477" /><Relationship Type="http://schemas.openxmlformats.org/officeDocument/2006/relationships/slideLayout" Target="/ppt/slideLayouts/slideLayout2.xml" Id="R1c38cac3cf5f4c1a" /><Relationship Type="http://schemas.openxmlformats.org/officeDocument/2006/relationships/slideLayout" Target="/ppt/slideLayouts/slideLayout3.xml" Id="Rec40538bdcb1476b" /><Relationship Type="http://schemas.openxmlformats.org/officeDocument/2006/relationships/slideLayout" Target="/ppt/slideLayouts/slideLayout4.xml" Id="Rfad2b60a820b40d3" /><Relationship Type="http://schemas.openxmlformats.org/officeDocument/2006/relationships/slideLayout" Target="/ppt/slideLayouts/slideLayout5.xml" Id="R33aa2acc817340b5" /><Relationship Type="http://schemas.openxmlformats.org/officeDocument/2006/relationships/slideLayout" Target="/ppt/slideLayouts/slideLayout6.xml" Id="R55f74e2fcc8e4c2f" /><Relationship Type="http://schemas.openxmlformats.org/officeDocument/2006/relationships/slideLayout" Target="/ppt/slideLayouts/slideLayout7.xml" Id="Rd07a9ce8e67c4864" /><Relationship Type="http://schemas.openxmlformats.org/officeDocument/2006/relationships/slideLayout" Target="/ppt/slideLayouts/slideLayout8.xml" Id="Ra150a653d989452a" /><Relationship Type="http://schemas.openxmlformats.org/officeDocument/2006/relationships/slideLayout" Target="/ppt/slideLayouts/slideLayout9.xml" Id="R8f60dfebe7884db1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46673C7-CD89-4D99-A758-44D81A0688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BF667E-7239-49CF-B8C7-7AD3FE680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F59ACB7-0EFF-4A6D-9440-EF8DAD2C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CB3AA387-4E30-45C7-9EEA-7BFA62E3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ed5ae349f41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310bff7c64c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AD8AF8D-E1BD-4EBB-8F44-C56883E6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AE4AAD54-69D7-4444-AF93-FFF36BCF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ed5ae349f41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310bff7c64c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75def98e544477"/>
    <p:sldLayoutId xmlns:r="http://schemas.openxmlformats.org/officeDocument/2006/relationships" id="2147483650" r:id="R1c38cac3cf5f4c1a"/>
    <p:sldLayoutId xmlns:r="http://schemas.openxmlformats.org/officeDocument/2006/relationships" id="2147483651" r:id="Rec40538bdcb1476b"/>
    <p:sldLayoutId xmlns:r="http://schemas.openxmlformats.org/officeDocument/2006/relationships" id="2147483652" r:id="Rfad2b60a820b40d3"/>
    <p:sldLayoutId xmlns:r="http://schemas.openxmlformats.org/officeDocument/2006/relationships" id="2147483653" r:id="R33aa2acc817340b5"/>
    <p:sldLayoutId xmlns:r="http://schemas.openxmlformats.org/officeDocument/2006/relationships" id="2147483654" r:id="R55f74e2fcc8e4c2f"/>
    <p:sldLayoutId xmlns:r="http://schemas.openxmlformats.org/officeDocument/2006/relationships" id="2147483655" r:id="Rd07a9ce8e67c4864"/>
    <p:sldLayoutId xmlns:r="http://schemas.openxmlformats.org/officeDocument/2006/relationships" id="2147483656" r:id="Ra150a653d989452a"/>
    <p:sldLayoutId xmlns:r="http://schemas.openxmlformats.org/officeDocument/2006/relationships" id="2147483657" r:id="R8f60dfebe7884db1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5e0826e304afd" /><Relationship Type="http://schemas.openxmlformats.org/officeDocument/2006/relationships/notesSlide" Target="/ppt/notesSlides/notesSlide1.xml" Id="R3c6c17fcddab40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43a6d7e11ec452d" /><Relationship Type="http://schemas.openxmlformats.org/officeDocument/2006/relationships/image" Target="/ppt/media/image.emf" Id="R432126c75be0446b" /><Relationship Type="http://schemas.openxmlformats.org/officeDocument/2006/relationships/image" Target="/ppt/media/image2.emf" Id="Ref717240e0a644ad" /><Relationship Type="http://schemas.openxmlformats.org/officeDocument/2006/relationships/notesSlide" Target="/ppt/notesSlides/notesSlide2.xml" Id="R7d439be1fc894f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4b587e42044239" /><Relationship Type="http://schemas.openxmlformats.org/officeDocument/2006/relationships/image" Target="/ppt/media/image.emf" Id="R55b47267bb004149" /><Relationship Type="http://schemas.openxmlformats.org/officeDocument/2006/relationships/image" Target="/ppt/media/image2.emf" Id="R0c904cdf112041fa" /><Relationship Type="http://schemas.openxmlformats.org/officeDocument/2006/relationships/notesSlide" Target="/ppt/notesSlides/notesSlide3.xml" Id="Rbb92cc70fb484b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aaa2ce55f8482e" /><Relationship Type="http://schemas.openxmlformats.org/officeDocument/2006/relationships/image" Target="/ppt/media/image.emf" Id="R848af8318d4f4cca" /><Relationship Type="http://schemas.openxmlformats.org/officeDocument/2006/relationships/image" Target="/ppt/media/image2.emf" Id="R071a99bea75541ca" /><Relationship Type="http://schemas.openxmlformats.org/officeDocument/2006/relationships/notesSlide" Target="/ppt/notesSlides/notesSlide4.xml" Id="R9fa76eaf36de47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a815ea2f9140b4" /><Relationship Type="http://schemas.openxmlformats.org/officeDocument/2006/relationships/image" Target="/ppt/media/image.emf" Id="Rdcc0ebf1d3d64aaa" /><Relationship Type="http://schemas.openxmlformats.org/officeDocument/2006/relationships/image" Target="/ppt/media/image2.emf" Id="Rdb0ddcfd5f0c43ac" /><Relationship Type="http://schemas.openxmlformats.org/officeDocument/2006/relationships/notesSlide" Target="/ppt/notesSlides/notesSlide5.xml" Id="Rf133eb6e0fc741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3a090c79a34b3f" /><Relationship Type="http://schemas.openxmlformats.org/officeDocument/2006/relationships/image" Target="/ppt/media/image.emf" Id="R0dc373b0f80a49b5" /><Relationship Type="http://schemas.openxmlformats.org/officeDocument/2006/relationships/image" Target="/ppt/media/image2.emf" Id="Re14a7e4a023e4ac4" /><Relationship Type="http://schemas.openxmlformats.org/officeDocument/2006/relationships/notesSlide" Target="/ppt/notesSlides/notesSlide6.xml" Id="Rce89262037404b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66fa87bfe245e8" /><Relationship Type="http://schemas.openxmlformats.org/officeDocument/2006/relationships/image" Target="/ppt/media/image.emf" Id="R02ff6d51698744f5" /><Relationship Type="http://schemas.openxmlformats.org/officeDocument/2006/relationships/image" Target="/ppt/media/image2.emf" Id="Rc9925482e6c94dca" /><Relationship Type="http://schemas.openxmlformats.org/officeDocument/2006/relationships/notesSlide" Target="/ppt/notesSlides/notesSlide7.xml" Id="R9d48fe6c4ee349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d0119aa40a4185" /><Relationship Type="http://schemas.openxmlformats.org/officeDocument/2006/relationships/image" Target="/ppt/media/image.emf" Id="R5a6435e46fdd4dcd" /><Relationship Type="http://schemas.openxmlformats.org/officeDocument/2006/relationships/image" Target="/ppt/media/image2.emf" Id="Ra55938e848b74a71" /><Relationship Type="http://schemas.openxmlformats.org/officeDocument/2006/relationships/notesSlide" Target="/ppt/notesSlides/notesSlide8.xml" Id="R2fdfaf21efad4b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000a04c64548b7" /><Relationship Type="http://schemas.openxmlformats.org/officeDocument/2006/relationships/image" Target="/ppt/media/image.emf" Id="R8b25a41abe004e60" /><Relationship Type="http://schemas.openxmlformats.org/officeDocument/2006/relationships/image" Target="/ppt/media/image2.emf" Id="R0d02a8a7b7064f87" /><Relationship Type="http://schemas.openxmlformats.org/officeDocument/2006/relationships/notesSlide" Target="/ppt/notesSlides/notesSlide9.xml" Id="R50a94dc682e848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4053600dd04535" /><Relationship Type="http://schemas.openxmlformats.org/officeDocument/2006/relationships/image" Target="/ppt/media/image.emf" Id="R18de655351f7461a" /><Relationship Type="http://schemas.openxmlformats.org/officeDocument/2006/relationships/image" Target="/ppt/media/image2.emf" Id="R7f797d4350c44b74" /><Relationship Type="http://schemas.openxmlformats.org/officeDocument/2006/relationships/notesSlide" Target="/ppt/notesSlides/notesSlide10.xml" Id="R7caa1fc4ea5e449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5: OO Design &amp; SOLID Principles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 2026 - SOLID, Design Patterns, Code Quality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DAADDBB-E5B2-4E1C-8B3C-0CF81E5DF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794E726-C8EC-4647-AA0B-CFC3C037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Learning Objectives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63CB03-FDAD-4622-AC02-8EAAD5E3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you will achieve today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BEDC456-1786-43F0-BC1C-3A057879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By the end of this session, you will be able to: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Explain all 5 SOLID principles with examples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Identify SOLID violations in existing code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Apply common design patterns (Factory, Observer, Strategy)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AI to suggest refactoring candidates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Give constructive code review feedback on GitHub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B50706E-D38B-4A89-881A-C64D5FC0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154D2172-0D34-4F68-BF0E-CBC63473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126c75be044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17240e0a644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DAADDBB-E5B2-4E1C-8B3C-0CF81E5DF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794E726-C8EC-4647-AA0B-CFC3C037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SOLID: Why It Matters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63CB03-FDAD-4622-AC02-8EAAD5E3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The foundation of maintainable code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BEDC456-1786-43F0-BC1C-3A057879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SOLID = 5 principles for maintainable OO code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Without SOLID: code becomes rigid, fragile, immobile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Rigid: hard to change one part without breaking others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Fragile: changes cause unexpected failures elsewhere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Immobile: hard to reuse code in another project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SOLID code is easier to test, extend, and understand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Applies to any OO language (Python, Java, C#)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B50706E-D38B-4A89-881A-C64D5FC0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154D2172-0D34-4F68-BF0E-CBC63473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47267bb0041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04cdf112041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DAADDBB-E5B2-4E1C-8B3C-0CF81E5DF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794E726-C8EC-4647-AA0B-CFC3C037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 - Single Responsibility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63CB03-FDAD-4622-AC02-8EAAD5E3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One class = one job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BEDC456-1786-43F0-BC1C-3A057879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 class should have one, and only one, reason to change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Each class handles one responsibility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Bad example: Report class that generates + prints + saves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Good: separate classes for generation, printing, saving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Test: can you describe what a class does without using 'and'?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Benefits: easier to understand, test, and maintain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B50706E-D38B-4A89-881A-C64D5FC0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154D2172-0D34-4F68-BF0E-CBC63473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af8318d4f4c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a99bea75541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DAADDBB-E5B2-4E1C-8B3C-0CF81E5DF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794E726-C8EC-4647-AA0B-CFC3C037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 - Open/Closed, L - Liskov Substitution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63CB03-FDAD-4622-AC02-8EAAD5E3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O + L: Extend without modifying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BEDC456-1786-43F0-BC1C-3A057879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Open/Closed: open for extension, closed for modification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Add behavior by creating new classes, not changing existing ones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Use inheritance or interfaces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Liskov Substitution: subtypes must be substitutable for base types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If B extends A, you should be able to use B wherever A is used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Violation: Square extends Rectangle (width != height breaks)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'Is-a' relationship must hold behavior, not just structure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B50706E-D38B-4A89-881A-C64D5FC0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154D2172-0D34-4F68-BF0E-CBC63473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0ebf1d3d64a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ddcfd5f0c43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DAADDBB-E5B2-4E1C-8B3C-0CF81E5DF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794E726-C8EC-4647-AA0B-CFC3C037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 - Interface Segregation, D - Dependency Inversion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63CB03-FDAD-4622-AC02-8EAAD5E3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I + D: Decoupled and focused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BEDC456-1786-43F0-BC1C-3A057879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Interface Segregation: many specific interfaces &gt; one general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Don't force classes to implement methods they don't use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Example: Printer interface (scan, print, fax) - split by capability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Dependency Inversion: depend on abstractions, not concrete classes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High-level modules should NOT depend on low-level modules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Both should depend on interfaces/abstract classes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Example: PaymentProcessor depends on PaymentGateway interface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B50706E-D38B-4A89-881A-C64D5FC0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154D2172-0D34-4F68-BF0E-CBC63473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373b0f80a49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a7e4a023e4a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DAADDBB-E5B2-4E1C-8B3C-0CF81E5DF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794E726-C8EC-4647-AA0B-CFC3C037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Design Patterns: Factory, Observer, Strategy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63CB03-FDAD-4622-AC02-8EAAD5E3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Proven solutions to common problems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BEDC456-1786-43F0-BC1C-3A057879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Factory Method: create objects without specifying exact class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Use case: creating different types of notifications (email, SMS, push)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Observer: one-to-many notification when state changes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Use case: UI updates when data model changes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Strategy: select an algorithm at runtime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Use case: different sorting algorithms based on data size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Patterns are proven solutions, not rules to follow blindly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B50706E-D38B-4A89-881A-C64D5FC0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154D2172-0D34-4F68-BF0E-CBC63473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f6d51698744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25482e6c94d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DAADDBB-E5B2-4E1C-8B3C-0CF81E5DF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794E726-C8EC-4647-AA0B-CFC3C037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Refactoring with AI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63CB03-FDAD-4622-AC02-8EAAD5E3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Use AI to find and fix code smells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BEDC456-1786-43F0-BC1C-3A057879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Provide legacy code to AI and ask for SOLID violations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Analyze this Python class for SOLID violations and suggest refactors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identifies violations and proposes fixes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 AI suggestion: This violates SRP because it handles both data and persistence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AI suggestions as starting point, then refactor manually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Key: Understand WHY the refactor improves the code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B50706E-D38B-4A89-881A-C64D5FC0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154D2172-0D34-4F68-BF0E-CBC63473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435e46fdd4d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938e848b74a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DAADDBB-E5B2-4E1C-8B3C-0CF81E5DF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794E726-C8EC-4647-AA0B-CFC3C037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Code Reviews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63CB03-FDAD-4622-AC02-8EAAD5E3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Giving constructive feedback via GitHub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BEDC456-1786-43F0-BC1C-3A057879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Activity: Review a peer's code on GitHub (create a PR with comments)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Best practices for giving feedback: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Be specific: 'Line 23: variable name unclear' not 'fix naming'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Be kind: suggest improvements, don't just criticize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Focus on design, not style (use linters for style)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Best practices for receiving feedback: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Don't take it personally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Ask clarifying questions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Code review catches 60%+ of defects before testing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B50706E-D38B-4A89-881A-C64D5FC0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154D2172-0D34-4F68-BF0E-CBC63473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5a41abe004e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2a8a7b7064f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DAADDBB-E5B2-4E1C-8B3C-0CF81E5DF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794E726-C8EC-4647-AA0B-CFC3C037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Summary &amp; Looking Ahead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63CB03-FDAD-4622-AC02-8EAAD5E3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Week 5 Recap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BEDC456-1786-43F0-BC1C-3A057879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SOLID = 5 principles for clean, maintainable code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SRP: one class = one job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OCP: extend without modifying | LSP: subtypes must be substitutable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ISP: focused interfaces | DIP: depend on abstractions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Design patterns solve recurring problems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helps identify issues; you make the final call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Next week: Front-end Fundamentals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Assignment: SOLID refactoring exercise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B50706E-D38B-4A89-881A-C64D5FC0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154D2172-0D34-4F68-BF0E-CBC63473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e655351f746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97d4350c44b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2026-07-14T12:46:58.0650000Z</dcterms:created>
  <dcterms:modified xsi:type="dcterms:W3CDTF">2026-07-14T12:46:58.0650000Z</dcterms:modified>
</coreProperties>
</file>